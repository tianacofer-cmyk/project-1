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Quantico"/>
      <p:regular r:id="rId17"/>
      <p:bold r:id="rId18"/>
      <p:italic r:id="rId19"/>
      <p:boldItalic r:id="rId20"/>
    </p:embeddedFont>
    <p:embeddedFont>
      <p:font typeface="Lato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Quantico-boldItalic.fntdata"/><Relationship Id="rId22" Type="http://schemas.openxmlformats.org/officeDocument/2006/relationships/font" Target="fonts/Lato-bold.fntdata"/><Relationship Id="rId21" Type="http://schemas.openxmlformats.org/officeDocument/2006/relationships/font" Target="fonts/Lato-regular.fntdata"/><Relationship Id="rId24" Type="http://schemas.openxmlformats.org/officeDocument/2006/relationships/font" Target="fonts/Lato-boldItalic.fntdata"/><Relationship Id="rId23" Type="http://schemas.openxmlformats.org/officeDocument/2006/relationships/font" Target="fonts/Lato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Quantico-regular.fntdata"/><Relationship Id="rId16" Type="http://schemas.openxmlformats.org/officeDocument/2006/relationships/slide" Target="slides/slide11.xml"/><Relationship Id="rId19" Type="http://schemas.openxmlformats.org/officeDocument/2006/relationships/font" Target="fonts/Quantico-italic.fntdata"/><Relationship Id="rId18" Type="http://schemas.openxmlformats.org/officeDocument/2006/relationships/font" Target="fonts/Quantico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3510926162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9" name="Google Shape;429;g3510926162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35109261625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5" name="Google Shape;435;g35109261625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35109261625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2" name="Google Shape;452;g35109261625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35109261625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6" name="Google Shape;466;g35109261625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35109261625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4" name="Google Shape;474;g35109261625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35109261625_0_10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1" name="Google Shape;481;g35109261625_0_10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35109261625_0_5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8" name="Google Shape;488;g35109261625_0_5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35109261625_0_10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5" name="Google Shape;495;g35109261625_0_10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g35109261625_0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2" name="Google Shape;502;g35109261625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g35109261625_0_2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4" name="Google Shape;514;g35109261625_0_2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g35109261625_0_6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5" name="Google Shape;525;g35109261625_0_6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BLANK_16_1_1">
    <p:bg>
      <p:bgPr>
        <a:solidFill>
          <a:schemeClr val="lt2"/>
        </a:solid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0" y="0"/>
            <a:ext cx="54402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0" name="Google Shape;10;p2"/>
          <p:cNvSpPr/>
          <p:nvPr/>
        </p:nvSpPr>
        <p:spPr>
          <a:xfrm>
            <a:off x="5440200" y="555250"/>
            <a:ext cx="3703800" cy="4588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1" name="Google Shape;11;p2"/>
          <p:cNvSpPr/>
          <p:nvPr/>
        </p:nvSpPr>
        <p:spPr>
          <a:xfrm>
            <a:off x="636875" y="563400"/>
            <a:ext cx="4803000" cy="4588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2" name="Google Shape;12;p2"/>
          <p:cNvSpPr txBox="1"/>
          <p:nvPr>
            <p:ph type="title"/>
          </p:nvPr>
        </p:nvSpPr>
        <p:spPr>
          <a:xfrm>
            <a:off x="876900" y="874250"/>
            <a:ext cx="4387500" cy="2632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75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75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75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75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75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75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75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75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75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958450" y="4298625"/>
            <a:ext cx="2008500" cy="45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2">
  <p:cSld name="BLANK_1_1_1_1_1_1_1_1_1_1_1">
    <p:bg>
      <p:bgPr>
        <a:solidFill>
          <a:schemeClr val="lt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idx="1" type="subTitle"/>
          </p:nvPr>
        </p:nvSpPr>
        <p:spPr>
          <a:xfrm>
            <a:off x="411875" y="389750"/>
            <a:ext cx="2237100" cy="8169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6" name="Google Shape;16;p3"/>
          <p:cNvSpPr txBox="1"/>
          <p:nvPr>
            <p:ph idx="2" type="subTitle"/>
          </p:nvPr>
        </p:nvSpPr>
        <p:spPr>
          <a:xfrm>
            <a:off x="3469838" y="218278"/>
            <a:ext cx="5659800" cy="4527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3" type="subTitle"/>
          </p:nvPr>
        </p:nvSpPr>
        <p:spPr>
          <a:xfrm>
            <a:off x="3469838" y="1064402"/>
            <a:ext cx="5659800" cy="4527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4" type="subTitle"/>
          </p:nvPr>
        </p:nvSpPr>
        <p:spPr>
          <a:xfrm>
            <a:off x="3469838" y="1923965"/>
            <a:ext cx="5659800" cy="4527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9" name="Google Shape;19;p3"/>
          <p:cNvSpPr txBox="1"/>
          <p:nvPr>
            <p:ph idx="5" type="subTitle"/>
          </p:nvPr>
        </p:nvSpPr>
        <p:spPr>
          <a:xfrm>
            <a:off x="3469838" y="2810376"/>
            <a:ext cx="5659800" cy="4527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6" type="subTitle"/>
          </p:nvPr>
        </p:nvSpPr>
        <p:spPr>
          <a:xfrm>
            <a:off x="3469838" y="3646164"/>
            <a:ext cx="5659800" cy="4527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" name="Google Shape;21;p3"/>
          <p:cNvSpPr txBox="1"/>
          <p:nvPr>
            <p:ph idx="7" type="subTitle"/>
          </p:nvPr>
        </p:nvSpPr>
        <p:spPr>
          <a:xfrm>
            <a:off x="3469838" y="4530963"/>
            <a:ext cx="5659800" cy="4527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">
  <p:cSld name="BLANK_1_1_1_1_1_1_1_1">
    <p:bg>
      <p:bgPr>
        <a:solidFill>
          <a:schemeClr val="accent2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/>
          <p:nvPr/>
        </p:nvSpPr>
        <p:spPr>
          <a:xfrm>
            <a:off x="99900" y="99900"/>
            <a:ext cx="8944200" cy="4936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24" name="Google Shape;24;p4"/>
          <p:cNvSpPr/>
          <p:nvPr/>
        </p:nvSpPr>
        <p:spPr>
          <a:xfrm>
            <a:off x="252300" y="252300"/>
            <a:ext cx="8639400" cy="4631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25" name="Google Shape;25;p4"/>
          <p:cNvSpPr/>
          <p:nvPr/>
        </p:nvSpPr>
        <p:spPr>
          <a:xfrm>
            <a:off x="404700" y="404700"/>
            <a:ext cx="8334600" cy="4326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26" name="Google Shape;26;p4"/>
          <p:cNvSpPr/>
          <p:nvPr/>
        </p:nvSpPr>
        <p:spPr>
          <a:xfrm>
            <a:off x="557100" y="557100"/>
            <a:ext cx="8029800" cy="4022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27" name="Google Shape;27;p4"/>
          <p:cNvSpPr txBox="1"/>
          <p:nvPr>
            <p:ph type="title"/>
          </p:nvPr>
        </p:nvSpPr>
        <p:spPr>
          <a:xfrm>
            <a:off x="941650" y="795275"/>
            <a:ext cx="2861400" cy="816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8" name="Google Shape;28;p4"/>
          <p:cNvSpPr txBox="1"/>
          <p:nvPr>
            <p:ph idx="2" type="title"/>
          </p:nvPr>
        </p:nvSpPr>
        <p:spPr>
          <a:xfrm>
            <a:off x="4399600" y="835425"/>
            <a:ext cx="2703600" cy="772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9" name="Google Shape;29;p4"/>
          <p:cNvSpPr txBox="1"/>
          <p:nvPr>
            <p:ph idx="3" type="title"/>
          </p:nvPr>
        </p:nvSpPr>
        <p:spPr>
          <a:xfrm>
            <a:off x="6496050" y="835425"/>
            <a:ext cx="2703600" cy="772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30" name="Google Shape;30;p4"/>
          <p:cNvSpPr txBox="1"/>
          <p:nvPr>
            <p:ph idx="4" type="title"/>
          </p:nvPr>
        </p:nvSpPr>
        <p:spPr>
          <a:xfrm>
            <a:off x="4385600" y="2797575"/>
            <a:ext cx="2703600" cy="772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31" name="Google Shape;31;p4"/>
          <p:cNvSpPr txBox="1"/>
          <p:nvPr>
            <p:ph idx="5" type="title"/>
          </p:nvPr>
        </p:nvSpPr>
        <p:spPr>
          <a:xfrm>
            <a:off x="6496050" y="2797575"/>
            <a:ext cx="2703600" cy="772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32" name="Google Shape;32;p4"/>
          <p:cNvSpPr txBox="1"/>
          <p:nvPr>
            <p:ph idx="6" type="title"/>
          </p:nvPr>
        </p:nvSpPr>
        <p:spPr>
          <a:xfrm>
            <a:off x="4423700" y="1379550"/>
            <a:ext cx="1703700" cy="772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3" name="Google Shape;33;p4"/>
          <p:cNvSpPr txBox="1"/>
          <p:nvPr>
            <p:ph idx="7" type="title"/>
          </p:nvPr>
        </p:nvSpPr>
        <p:spPr>
          <a:xfrm>
            <a:off x="6562725" y="1379550"/>
            <a:ext cx="1703700" cy="772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4" name="Google Shape;34;p4"/>
          <p:cNvSpPr txBox="1"/>
          <p:nvPr>
            <p:ph idx="8" type="title"/>
          </p:nvPr>
        </p:nvSpPr>
        <p:spPr>
          <a:xfrm>
            <a:off x="4423700" y="3341700"/>
            <a:ext cx="1703700" cy="772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5" name="Google Shape;35;p4"/>
          <p:cNvSpPr txBox="1"/>
          <p:nvPr>
            <p:ph idx="9" type="title"/>
          </p:nvPr>
        </p:nvSpPr>
        <p:spPr>
          <a:xfrm>
            <a:off x="6562725" y="3341688"/>
            <a:ext cx="1703700" cy="772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6" name="Google Shape;36;p4"/>
          <p:cNvSpPr txBox="1"/>
          <p:nvPr>
            <p:ph idx="13" type="title"/>
          </p:nvPr>
        </p:nvSpPr>
        <p:spPr>
          <a:xfrm>
            <a:off x="966700" y="1417525"/>
            <a:ext cx="2072700" cy="1705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2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2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2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2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2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2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2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2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2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">
  <p:cSld name="BLANK_1_1_1_1_1_1_1_1_1_1_1_1_1_1_1_1_1_1_1_1">
    <p:bg>
      <p:bgPr>
        <a:solidFill>
          <a:schemeClr val="dk2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5"/>
          <p:cNvSpPr/>
          <p:nvPr/>
        </p:nvSpPr>
        <p:spPr>
          <a:xfrm>
            <a:off x="5404500" y="-50"/>
            <a:ext cx="37395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39" name="Google Shape;39;p5"/>
          <p:cNvSpPr/>
          <p:nvPr/>
        </p:nvSpPr>
        <p:spPr>
          <a:xfrm>
            <a:off x="0" y="1499700"/>
            <a:ext cx="9144000" cy="3645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40" name="Google Shape;40;p5"/>
          <p:cNvSpPr/>
          <p:nvPr/>
        </p:nvSpPr>
        <p:spPr>
          <a:xfrm>
            <a:off x="5404500" y="1499700"/>
            <a:ext cx="3739500" cy="3645000"/>
          </a:xfrm>
          <a:prstGeom prst="snip1Rect">
            <a:avLst>
              <a:gd fmla="val 16667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41" name="Google Shape;41;p5"/>
          <p:cNvSpPr txBox="1"/>
          <p:nvPr>
            <p:ph idx="1" type="subTitle"/>
          </p:nvPr>
        </p:nvSpPr>
        <p:spPr>
          <a:xfrm>
            <a:off x="5792075" y="1776150"/>
            <a:ext cx="2799600" cy="3092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37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37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37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37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37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37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37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37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37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42" name="Google Shape;42;p5"/>
          <p:cNvSpPr/>
          <p:nvPr>
            <p:ph idx="2" type="pic"/>
          </p:nvPr>
        </p:nvSpPr>
        <p:spPr>
          <a:xfrm>
            <a:off x="1801500" y="1497750"/>
            <a:ext cx="1801500" cy="1822500"/>
          </a:xfrm>
          <a:prstGeom prst="snip1Rect">
            <a:avLst>
              <a:gd fmla="val 17337" name="adj"/>
            </a:avLst>
          </a:prstGeom>
          <a:noFill/>
          <a:ln>
            <a:noFill/>
          </a:ln>
        </p:spPr>
      </p:sp>
      <p:sp>
        <p:nvSpPr>
          <p:cNvPr id="43" name="Google Shape;43;p5"/>
          <p:cNvSpPr/>
          <p:nvPr>
            <p:ph idx="3" type="pic"/>
          </p:nvPr>
        </p:nvSpPr>
        <p:spPr>
          <a:xfrm>
            <a:off x="1801500" y="3320250"/>
            <a:ext cx="1801500" cy="1822500"/>
          </a:xfrm>
          <a:prstGeom prst="snip1Rect">
            <a:avLst>
              <a:gd fmla="val 17337" name="adj"/>
            </a:avLst>
          </a:prstGeom>
          <a:noFill/>
          <a:ln>
            <a:noFill/>
          </a:ln>
        </p:spPr>
      </p:sp>
      <p:sp>
        <p:nvSpPr>
          <p:cNvPr id="44" name="Google Shape;44;p5"/>
          <p:cNvSpPr/>
          <p:nvPr>
            <p:ph idx="4" type="pic"/>
          </p:nvPr>
        </p:nvSpPr>
        <p:spPr>
          <a:xfrm>
            <a:off x="0" y="1497750"/>
            <a:ext cx="1801500" cy="1822500"/>
          </a:xfrm>
          <a:prstGeom prst="snip1Rect">
            <a:avLst>
              <a:gd fmla="val 17337" name="adj"/>
            </a:avLst>
          </a:prstGeom>
          <a:noFill/>
          <a:ln>
            <a:noFill/>
          </a:ln>
        </p:spPr>
      </p:sp>
      <p:sp>
        <p:nvSpPr>
          <p:cNvPr id="45" name="Google Shape;45;p5"/>
          <p:cNvSpPr/>
          <p:nvPr>
            <p:ph idx="5" type="pic"/>
          </p:nvPr>
        </p:nvSpPr>
        <p:spPr>
          <a:xfrm>
            <a:off x="0" y="3320250"/>
            <a:ext cx="1801500" cy="1822500"/>
          </a:xfrm>
          <a:prstGeom prst="snip1Rect">
            <a:avLst>
              <a:gd fmla="val 17337" name="adj"/>
            </a:avLst>
          </a:prstGeom>
          <a:noFill/>
          <a:ln>
            <a:noFill/>
          </a:ln>
        </p:spPr>
      </p:sp>
      <p:sp>
        <p:nvSpPr>
          <p:cNvPr id="46" name="Google Shape;46;p5"/>
          <p:cNvSpPr/>
          <p:nvPr>
            <p:ph idx="6" type="pic"/>
          </p:nvPr>
        </p:nvSpPr>
        <p:spPr>
          <a:xfrm>
            <a:off x="3603000" y="1497750"/>
            <a:ext cx="1801500" cy="1822500"/>
          </a:xfrm>
          <a:prstGeom prst="snip1Rect">
            <a:avLst>
              <a:gd fmla="val 17337" name="adj"/>
            </a:avLst>
          </a:prstGeom>
          <a:noFill/>
          <a:ln>
            <a:noFill/>
          </a:ln>
        </p:spPr>
      </p:sp>
      <p:sp>
        <p:nvSpPr>
          <p:cNvPr id="47" name="Google Shape;47;p5"/>
          <p:cNvSpPr/>
          <p:nvPr>
            <p:ph idx="7" type="pic"/>
          </p:nvPr>
        </p:nvSpPr>
        <p:spPr>
          <a:xfrm>
            <a:off x="3603000" y="3320250"/>
            <a:ext cx="1801500" cy="1822500"/>
          </a:xfrm>
          <a:prstGeom prst="snip1Rect">
            <a:avLst>
              <a:gd fmla="val 17337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3">
  <p:cSld name="BLANK_1_1_1_1_1_1_1_1_1_1_1_1">
    <p:bg>
      <p:bgPr>
        <a:solidFill>
          <a:schemeClr val="lt1"/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6"/>
          <p:cNvSpPr/>
          <p:nvPr/>
        </p:nvSpPr>
        <p:spPr>
          <a:xfrm>
            <a:off x="5404500" y="-50"/>
            <a:ext cx="37395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50" name="Google Shape;50;p6"/>
          <p:cNvSpPr/>
          <p:nvPr/>
        </p:nvSpPr>
        <p:spPr>
          <a:xfrm>
            <a:off x="0" y="1499700"/>
            <a:ext cx="9144000" cy="3645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51" name="Google Shape;51;p6"/>
          <p:cNvSpPr/>
          <p:nvPr/>
        </p:nvSpPr>
        <p:spPr>
          <a:xfrm>
            <a:off x="5404500" y="1499700"/>
            <a:ext cx="3739500" cy="3645000"/>
          </a:xfrm>
          <a:prstGeom prst="snip1Rect">
            <a:avLst>
              <a:gd fmla="val 16667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52" name="Google Shape;52;p6"/>
          <p:cNvSpPr txBox="1"/>
          <p:nvPr>
            <p:ph type="title"/>
          </p:nvPr>
        </p:nvSpPr>
        <p:spPr>
          <a:xfrm>
            <a:off x="5821575" y="1709925"/>
            <a:ext cx="2882700" cy="6279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Lato"/>
              <a:buNone/>
              <a:defRPr b="1" sz="24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8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8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8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8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8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8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8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8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53" name="Google Shape;53;p6"/>
          <p:cNvSpPr txBox="1"/>
          <p:nvPr>
            <p:ph idx="2" type="title"/>
          </p:nvPr>
        </p:nvSpPr>
        <p:spPr>
          <a:xfrm>
            <a:off x="516600" y="486575"/>
            <a:ext cx="3823500" cy="678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None/>
              <a:defRPr sz="2400">
                <a:solidFill>
                  <a:schemeClr val="accent6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54" name="Google Shape;54;p6"/>
          <p:cNvSpPr txBox="1"/>
          <p:nvPr>
            <p:ph idx="1" type="subTitle"/>
          </p:nvPr>
        </p:nvSpPr>
        <p:spPr>
          <a:xfrm>
            <a:off x="5821575" y="2476500"/>
            <a:ext cx="2019900" cy="455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5" name="Google Shape;55;p6"/>
          <p:cNvSpPr txBox="1"/>
          <p:nvPr>
            <p:ph idx="3" type="title"/>
          </p:nvPr>
        </p:nvSpPr>
        <p:spPr>
          <a:xfrm>
            <a:off x="5810125" y="3070875"/>
            <a:ext cx="2388600" cy="529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antico"/>
              <a:buNone/>
              <a:defRPr sz="14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56" name="Google Shape;56;p6"/>
          <p:cNvSpPr txBox="1"/>
          <p:nvPr>
            <p:ph idx="4" type="subTitle"/>
          </p:nvPr>
        </p:nvSpPr>
        <p:spPr>
          <a:xfrm>
            <a:off x="5821575" y="3426050"/>
            <a:ext cx="2650500" cy="898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7" name="Google Shape;57;p6"/>
          <p:cNvSpPr/>
          <p:nvPr>
            <p:ph idx="5" type="pic"/>
          </p:nvPr>
        </p:nvSpPr>
        <p:spPr>
          <a:xfrm>
            <a:off x="0" y="1502400"/>
            <a:ext cx="5404500" cy="3639600"/>
          </a:xfrm>
          <a:prstGeom prst="snip1Rect">
            <a:avLst>
              <a:gd fmla="val 16026" name="adj"/>
            </a:avLst>
          </a:prstGeom>
          <a:noFill/>
          <a:ln>
            <a:noFill/>
          </a:ln>
        </p:spPr>
      </p:sp>
      <p:sp>
        <p:nvSpPr>
          <p:cNvPr id="58" name="Google Shape;58;p6"/>
          <p:cNvSpPr txBox="1"/>
          <p:nvPr>
            <p:ph idx="6" type="subTitle"/>
          </p:nvPr>
        </p:nvSpPr>
        <p:spPr>
          <a:xfrm>
            <a:off x="5794900" y="4333425"/>
            <a:ext cx="2718300" cy="354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antico"/>
              <a:buNone/>
              <a:defRPr sz="14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9" name="Google Shape;59;p6"/>
          <p:cNvSpPr txBox="1"/>
          <p:nvPr>
            <p:ph idx="7" type="subTitle"/>
          </p:nvPr>
        </p:nvSpPr>
        <p:spPr>
          <a:xfrm>
            <a:off x="5821575" y="4501450"/>
            <a:ext cx="2650500" cy="898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5 ">
  <p:cSld name="BLANK_1_1_1_1_1_1_1">
    <p:bg>
      <p:bgPr>
        <a:solidFill>
          <a:schemeClr val="accent5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7"/>
          <p:cNvSpPr/>
          <p:nvPr/>
        </p:nvSpPr>
        <p:spPr>
          <a:xfrm>
            <a:off x="731650" y="619550"/>
            <a:ext cx="8412300" cy="4525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62" name="Google Shape;62;p7"/>
          <p:cNvSpPr txBox="1"/>
          <p:nvPr>
            <p:ph type="title"/>
          </p:nvPr>
        </p:nvSpPr>
        <p:spPr>
          <a:xfrm>
            <a:off x="920550" y="904500"/>
            <a:ext cx="7226700" cy="908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63" name="Google Shape;63;p7"/>
          <p:cNvSpPr txBox="1"/>
          <p:nvPr>
            <p:ph idx="2" type="title"/>
          </p:nvPr>
        </p:nvSpPr>
        <p:spPr>
          <a:xfrm>
            <a:off x="920550" y="1881950"/>
            <a:ext cx="5228400" cy="1944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64" name="Google Shape;64;p7"/>
          <p:cNvSpPr txBox="1"/>
          <p:nvPr>
            <p:ph idx="1" type="subTitle"/>
          </p:nvPr>
        </p:nvSpPr>
        <p:spPr>
          <a:xfrm>
            <a:off x="920550" y="4518700"/>
            <a:ext cx="1817400" cy="45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900">
                <a:solidFill>
                  <a:schemeClr val="dk1"/>
                </a:solidFill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900"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900"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900"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900"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900"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900"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900"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6">
  <p:cSld name="BLANK_1_1_1_1_1_1_2">
    <p:bg>
      <p:bgPr>
        <a:solidFill>
          <a:schemeClr val="accent2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8"/>
          <p:cNvSpPr/>
          <p:nvPr/>
        </p:nvSpPr>
        <p:spPr>
          <a:xfrm>
            <a:off x="99900" y="99900"/>
            <a:ext cx="8944200" cy="4936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67" name="Google Shape;67;p8"/>
          <p:cNvSpPr/>
          <p:nvPr/>
        </p:nvSpPr>
        <p:spPr>
          <a:xfrm>
            <a:off x="252300" y="252300"/>
            <a:ext cx="8639400" cy="4631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68" name="Google Shape;68;p8"/>
          <p:cNvSpPr/>
          <p:nvPr/>
        </p:nvSpPr>
        <p:spPr>
          <a:xfrm>
            <a:off x="404700" y="404700"/>
            <a:ext cx="8334600" cy="4326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69" name="Google Shape;69;p8"/>
          <p:cNvSpPr/>
          <p:nvPr/>
        </p:nvSpPr>
        <p:spPr>
          <a:xfrm>
            <a:off x="557100" y="560700"/>
            <a:ext cx="8029800" cy="4022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70" name="Google Shape;70;p8"/>
          <p:cNvSpPr txBox="1"/>
          <p:nvPr>
            <p:ph type="title"/>
          </p:nvPr>
        </p:nvSpPr>
        <p:spPr>
          <a:xfrm>
            <a:off x="910650" y="1462775"/>
            <a:ext cx="7349400" cy="2513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None/>
              <a:defRPr sz="4800">
                <a:solidFill>
                  <a:schemeClr val="accent6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1200" u="sng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1200" u="sng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1200" u="sng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1200" u="sng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1200" u="sng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1200" u="sng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1200" u="sng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1200" u="sng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71" name="Google Shape;71;p8"/>
          <p:cNvSpPr txBox="1"/>
          <p:nvPr>
            <p:ph idx="1" type="subTitle"/>
          </p:nvPr>
        </p:nvSpPr>
        <p:spPr>
          <a:xfrm>
            <a:off x="948750" y="4188925"/>
            <a:ext cx="1817400" cy="45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 sz="900">
                <a:solidFill>
                  <a:schemeClr val="accent6"/>
                </a:solidFill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 sz="900">
                <a:solidFill>
                  <a:schemeClr val="accent6"/>
                </a:solidFill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 sz="900">
                <a:solidFill>
                  <a:schemeClr val="accent6"/>
                </a:solidFill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 sz="900">
                <a:solidFill>
                  <a:schemeClr val="accent6"/>
                </a:solidFill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 sz="900">
                <a:solidFill>
                  <a:schemeClr val="accent6"/>
                </a:solidFill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 sz="900">
                <a:solidFill>
                  <a:schemeClr val="accent6"/>
                </a:solidFill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 sz="900">
                <a:solidFill>
                  <a:schemeClr val="accent6"/>
                </a:solidFill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 sz="900">
                <a:solidFill>
                  <a:schemeClr val="accent6"/>
                </a:solidFill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Font typeface="Lato"/>
              <a:buNone/>
              <a:defRPr sz="9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2" name="Google Shape;72;p8"/>
          <p:cNvSpPr txBox="1"/>
          <p:nvPr>
            <p:ph idx="2" type="title"/>
          </p:nvPr>
        </p:nvSpPr>
        <p:spPr>
          <a:xfrm>
            <a:off x="948750" y="930950"/>
            <a:ext cx="7311300" cy="315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None/>
              <a:defRPr sz="24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b="1" sz="5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b="1" sz="5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b="1" sz="5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b="1" sz="5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b="1" sz="5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b="1" sz="5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b="1" sz="5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b="1" sz="5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7 ">
  <p:cSld name="CUSTOM_11">
    <p:bg>
      <p:bgPr>
        <a:solidFill>
          <a:schemeClr val="lt2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9"/>
          <p:cNvSpPr/>
          <p:nvPr/>
        </p:nvSpPr>
        <p:spPr>
          <a:xfrm>
            <a:off x="5444100" y="2728350"/>
            <a:ext cx="2952300" cy="2033400"/>
          </a:xfrm>
          <a:prstGeom prst="snip1Rect">
            <a:avLst>
              <a:gd fmla="val 139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 </a:t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75" name="Google Shape;75;p9"/>
          <p:cNvSpPr/>
          <p:nvPr/>
        </p:nvSpPr>
        <p:spPr>
          <a:xfrm>
            <a:off x="0" y="0"/>
            <a:ext cx="9144000" cy="4236000"/>
          </a:xfrm>
          <a:prstGeom prst="snip1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76" name="Google Shape;76;p9"/>
          <p:cNvSpPr/>
          <p:nvPr/>
        </p:nvSpPr>
        <p:spPr>
          <a:xfrm>
            <a:off x="5448300" y="694950"/>
            <a:ext cx="2952300" cy="2033400"/>
          </a:xfrm>
          <a:prstGeom prst="snip1Rect">
            <a:avLst>
              <a:gd fmla="val 139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 </a:t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77" name="Google Shape;77;p9"/>
          <p:cNvSpPr/>
          <p:nvPr/>
        </p:nvSpPr>
        <p:spPr>
          <a:xfrm>
            <a:off x="5438163" y="4761750"/>
            <a:ext cx="2964175" cy="388625"/>
          </a:xfrm>
          <a:custGeom>
            <a:rect b="b" l="l" r="r" t="t"/>
            <a:pathLst>
              <a:path extrusionOk="0" h="15545" w="118567">
                <a:moveTo>
                  <a:pt x="0" y="15545"/>
                </a:moveTo>
                <a:lnTo>
                  <a:pt x="118567" y="15545"/>
                </a:lnTo>
                <a:lnTo>
                  <a:pt x="103022" y="0"/>
                </a:lnTo>
                <a:lnTo>
                  <a:pt x="305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8" name="Google Shape;78;p9"/>
          <p:cNvSpPr/>
          <p:nvPr/>
        </p:nvSpPr>
        <p:spPr>
          <a:xfrm>
            <a:off x="5437625" y="-10675"/>
            <a:ext cx="2971800" cy="708675"/>
          </a:xfrm>
          <a:custGeom>
            <a:rect b="b" l="l" r="r" t="t"/>
            <a:pathLst>
              <a:path extrusionOk="0" h="28347" w="118872">
                <a:moveTo>
                  <a:pt x="0" y="0"/>
                </a:moveTo>
                <a:lnTo>
                  <a:pt x="0" y="28347"/>
                </a:lnTo>
                <a:lnTo>
                  <a:pt x="118872" y="28347"/>
                </a:lnTo>
                <a:lnTo>
                  <a:pt x="118872" y="305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</p:sp>
      <p:sp>
        <p:nvSpPr>
          <p:cNvPr id="79" name="Google Shape;79;p9"/>
          <p:cNvSpPr txBox="1"/>
          <p:nvPr>
            <p:ph type="title"/>
          </p:nvPr>
        </p:nvSpPr>
        <p:spPr>
          <a:xfrm>
            <a:off x="931675" y="907075"/>
            <a:ext cx="4005900" cy="70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 sz="3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 sz="3700">
                <a:solidFill>
                  <a:schemeClr val="accent5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 sz="3700">
                <a:solidFill>
                  <a:schemeClr val="accent5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 sz="3700">
                <a:solidFill>
                  <a:schemeClr val="accent5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 sz="3700">
                <a:solidFill>
                  <a:schemeClr val="accent5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 sz="3700">
                <a:solidFill>
                  <a:schemeClr val="accent5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 sz="3700">
                <a:solidFill>
                  <a:schemeClr val="accent5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 sz="3700">
                <a:solidFill>
                  <a:schemeClr val="accent5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 sz="3700">
                <a:solidFill>
                  <a:schemeClr val="accent5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80" name="Google Shape;80;p9"/>
          <p:cNvSpPr txBox="1"/>
          <p:nvPr>
            <p:ph idx="2" type="title"/>
          </p:nvPr>
        </p:nvSpPr>
        <p:spPr>
          <a:xfrm>
            <a:off x="931675" y="1712050"/>
            <a:ext cx="4005900" cy="1705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Lato"/>
              <a:buNone/>
              <a:defRPr sz="1600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Lato"/>
              <a:buNone/>
              <a:defRPr sz="1600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Lato"/>
              <a:buNone/>
              <a:defRPr sz="1600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Lato"/>
              <a:buNone/>
              <a:defRPr sz="1600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Lato"/>
              <a:buNone/>
              <a:defRPr sz="1600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Lato"/>
              <a:buNone/>
              <a:defRPr sz="1600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Lato"/>
              <a:buNone/>
              <a:defRPr sz="1600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Lato"/>
              <a:buNone/>
              <a:defRPr sz="1600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Lato"/>
              <a:buNone/>
              <a:defRPr sz="1600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8 ">
  <p:cSld name="CUSTOM_12">
    <p:bg>
      <p:bgPr>
        <a:solidFill>
          <a:schemeClr val="accent5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0"/>
          <p:cNvSpPr/>
          <p:nvPr/>
        </p:nvSpPr>
        <p:spPr>
          <a:xfrm>
            <a:off x="0" y="0"/>
            <a:ext cx="9144000" cy="4236000"/>
          </a:xfrm>
          <a:prstGeom prst="snip1Rect">
            <a:avLst>
              <a:gd fmla="val 0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83" name="Google Shape;83;p10"/>
          <p:cNvSpPr/>
          <p:nvPr/>
        </p:nvSpPr>
        <p:spPr>
          <a:xfrm>
            <a:off x="5596500" y="2731400"/>
            <a:ext cx="2952300" cy="2033400"/>
          </a:xfrm>
          <a:prstGeom prst="snip1Rect">
            <a:avLst>
              <a:gd fmla="val 13900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 </a:t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84" name="Google Shape;84;p10"/>
          <p:cNvSpPr/>
          <p:nvPr/>
        </p:nvSpPr>
        <p:spPr>
          <a:xfrm>
            <a:off x="5587725" y="698000"/>
            <a:ext cx="2952300" cy="2033400"/>
          </a:xfrm>
          <a:prstGeom prst="snip1Rect">
            <a:avLst>
              <a:gd fmla="val 13900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 </a:t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85" name="Google Shape;85;p10"/>
          <p:cNvSpPr txBox="1"/>
          <p:nvPr>
            <p:ph type="title"/>
          </p:nvPr>
        </p:nvSpPr>
        <p:spPr>
          <a:xfrm>
            <a:off x="901475" y="907075"/>
            <a:ext cx="4695000" cy="862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86" name="Google Shape;86;p10"/>
          <p:cNvSpPr txBox="1"/>
          <p:nvPr>
            <p:ph idx="2" type="title"/>
          </p:nvPr>
        </p:nvSpPr>
        <p:spPr>
          <a:xfrm>
            <a:off x="930907" y="1836900"/>
            <a:ext cx="4005900" cy="1879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7" name="Google Shape;87;p10"/>
          <p:cNvSpPr/>
          <p:nvPr/>
        </p:nvSpPr>
        <p:spPr>
          <a:xfrm>
            <a:off x="5586750" y="-10675"/>
            <a:ext cx="2971800" cy="708675"/>
          </a:xfrm>
          <a:custGeom>
            <a:rect b="b" l="l" r="r" t="t"/>
            <a:pathLst>
              <a:path extrusionOk="0" h="28347" w="118872">
                <a:moveTo>
                  <a:pt x="0" y="0"/>
                </a:moveTo>
                <a:lnTo>
                  <a:pt x="0" y="28347"/>
                </a:lnTo>
                <a:lnTo>
                  <a:pt x="118872" y="28347"/>
                </a:lnTo>
                <a:lnTo>
                  <a:pt x="118872" y="305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</p:sp>
      <p:sp>
        <p:nvSpPr>
          <p:cNvPr id="88" name="Google Shape;88;p10"/>
          <p:cNvSpPr/>
          <p:nvPr/>
        </p:nvSpPr>
        <p:spPr>
          <a:xfrm>
            <a:off x="5590563" y="4762500"/>
            <a:ext cx="2964175" cy="388625"/>
          </a:xfrm>
          <a:custGeom>
            <a:rect b="b" l="l" r="r" t="t"/>
            <a:pathLst>
              <a:path extrusionOk="0" h="15545" w="118567">
                <a:moveTo>
                  <a:pt x="0" y="15545"/>
                </a:moveTo>
                <a:lnTo>
                  <a:pt x="118567" y="15545"/>
                </a:lnTo>
                <a:lnTo>
                  <a:pt x="103022" y="0"/>
                </a:lnTo>
                <a:lnTo>
                  <a:pt x="305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BLANK_1_1_1_1_1_1_1_1_1_1_1_1_1_1_1_1_1">
    <p:bg>
      <p:bgPr>
        <a:solidFill>
          <a:schemeClr val="accent5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1"/>
          <p:cNvSpPr/>
          <p:nvPr/>
        </p:nvSpPr>
        <p:spPr>
          <a:xfrm>
            <a:off x="696050" y="619550"/>
            <a:ext cx="8448000" cy="4525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91" name="Google Shape;91;p11"/>
          <p:cNvSpPr/>
          <p:nvPr/>
        </p:nvSpPr>
        <p:spPr>
          <a:xfrm>
            <a:off x="4930700" y="619550"/>
            <a:ext cx="4213200" cy="4525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92" name="Google Shape;92;p11"/>
          <p:cNvSpPr/>
          <p:nvPr>
            <p:ph idx="2" type="pic"/>
          </p:nvPr>
        </p:nvSpPr>
        <p:spPr>
          <a:xfrm flipH="1">
            <a:off x="4930693" y="619550"/>
            <a:ext cx="2100300" cy="1513500"/>
          </a:xfrm>
          <a:prstGeom prst="snip1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93" name="Google Shape;93;p11"/>
          <p:cNvSpPr txBox="1"/>
          <p:nvPr>
            <p:ph type="title"/>
          </p:nvPr>
        </p:nvSpPr>
        <p:spPr>
          <a:xfrm>
            <a:off x="929475" y="914400"/>
            <a:ext cx="3633000" cy="1077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55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55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55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55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55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55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55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55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94" name="Google Shape;94;p11"/>
          <p:cNvSpPr/>
          <p:nvPr>
            <p:ph idx="3" type="pic"/>
          </p:nvPr>
        </p:nvSpPr>
        <p:spPr>
          <a:xfrm flipH="1">
            <a:off x="696043" y="2125400"/>
            <a:ext cx="2129100" cy="1513500"/>
          </a:xfrm>
          <a:prstGeom prst="snip1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95" name="Google Shape;95;p11"/>
          <p:cNvSpPr/>
          <p:nvPr>
            <p:ph idx="4" type="pic"/>
          </p:nvPr>
        </p:nvSpPr>
        <p:spPr>
          <a:xfrm flipH="1">
            <a:off x="4930693" y="3635300"/>
            <a:ext cx="2100300" cy="1513500"/>
          </a:xfrm>
          <a:prstGeom prst="snip1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96" name="Google Shape;96;p11"/>
          <p:cNvSpPr txBox="1"/>
          <p:nvPr>
            <p:ph idx="5" type="title"/>
          </p:nvPr>
        </p:nvSpPr>
        <p:spPr>
          <a:xfrm>
            <a:off x="7243093" y="851546"/>
            <a:ext cx="1696500" cy="269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97" name="Google Shape;97;p11"/>
          <p:cNvSpPr txBox="1"/>
          <p:nvPr>
            <p:ph idx="6" type="title"/>
          </p:nvPr>
        </p:nvSpPr>
        <p:spPr>
          <a:xfrm>
            <a:off x="3257860" y="2361757"/>
            <a:ext cx="1696500" cy="269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98" name="Google Shape;98;p11"/>
          <p:cNvSpPr txBox="1"/>
          <p:nvPr>
            <p:ph idx="7" type="title"/>
          </p:nvPr>
        </p:nvSpPr>
        <p:spPr>
          <a:xfrm>
            <a:off x="7229582" y="3878226"/>
            <a:ext cx="1696500" cy="269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99" name="Google Shape;99;p11"/>
          <p:cNvSpPr txBox="1"/>
          <p:nvPr>
            <p:ph idx="1" type="body"/>
          </p:nvPr>
        </p:nvSpPr>
        <p:spPr>
          <a:xfrm>
            <a:off x="3257120" y="2663823"/>
            <a:ext cx="1578900" cy="830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0" name="Google Shape;100;p11"/>
          <p:cNvSpPr txBox="1"/>
          <p:nvPr>
            <p:ph idx="8" type="body"/>
          </p:nvPr>
        </p:nvSpPr>
        <p:spPr>
          <a:xfrm>
            <a:off x="7237317" y="4178575"/>
            <a:ext cx="1784400" cy="830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1" name="Google Shape;101;p11"/>
          <p:cNvSpPr txBox="1"/>
          <p:nvPr>
            <p:ph idx="9" type="body"/>
          </p:nvPr>
        </p:nvSpPr>
        <p:spPr>
          <a:xfrm>
            <a:off x="7246218" y="1157300"/>
            <a:ext cx="1680000" cy="830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4">
  <p:cSld name="CUSTOM_15">
    <p:bg>
      <p:bgPr>
        <a:solidFill>
          <a:schemeClr val="lt1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12"/>
          <p:cNvPicPr preferRelativeResize="0"/>
          <p:nvPr/>
        </p:nvPicPr>
        <p:blipFill rotWithShape="1">
          <a:blip r:embed="rId2">
            <a:alphaModFix amt="10000"/>
          </a:blip>
          <a:srcRect b="0" l="789" r="12432" t="0"/>
          <a:stretch/>
        </p:blipFill>
        <p:spPr>
          <a:xfrm>
            <a:off x="0" y="-125"/>
            <a:ext cx="6696900" cy="5143500"/>
          </a:xfrm>
          <a:prstGeom prst="snip1Rect">
            <a:avLst>
              <a:gd fmla="val 16667" name="adj"/>
            </a:avLst>
          </a:prstGeom>
          <a:noFill/>
          <a:ln>
            <a:noFill/>
          </a:ln>
        </p:spPr>
      </p:pic>
      <p:sp>
        <p:nvSpPr>
          <p:cNvPr id="104" name="Google Shape;104;p12"/>
          <p:cNvSpPr txBox="1"/>
          <p:nvPr>
            <p:ph type="title"/>
          </p:nvPr>
        </p:nvSpPr>
        <p:spPr>
          <a:xfrm>
            <a:off x="705550" y="3934350"/>
            <a:ext cx="2247900" cy="92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05" name="Google Shape;105;p12"/>
          <p:cNvSpPr txBox="1"/>
          <p:nvPr>
            <p:ph idx="2" type="title"/>
          </p:nvPr>
        </p:nvSpPr>
        <p:spPr>
          <a:xfrm>
            <a:off x="705550" y="2635250"/>
            <a:ext cx="2247900" cy="92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06" name="Google Shape;106;p12"/>
          <p:cNvSpPr txBox="1"/>
          <p:nvPr>
            <p:ph idx="3" type="title"/>
          </p:nvPr>
        </p:nvSpPr>
        <p:spPr>
          <a:xfrm>
            <a:off x="3461750" y="3934350"/>
            <a:ext cx="2247900" cy="92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07" name="Google Shape;107;p12"/>
          <p:cNvSpPr txBox="1"/>
          <p:nvPr>
            <p:ph idx="4" type="title"/>
          </p:nvPr>
        </p:nvSpPr>
        <p:spPr>
          <a:xfrm>
            <a:off x="3461750" y="2635250"/>
            <a:ext cx="2247900" cy="92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08" name="Google Shape;108;p12"/>
          <p:cNvSpPr txBox="1"/>
          <p:nvPr>
            <p:ph idx="5" type="title"/>
          </p:nvPr>
        </p:nvSpPr>
        <p:spPr>
          <a:xfrm>
            <a:off x="6219150" y="3934350"/>
            <a:ext cx="2247900" cy="92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09" name="Google Shape;109;p12"/>
          <p:cNvSpPr txBox="1"/>
          <p:nvPr>
            <p:ph idx="6" type="title"/>
          </p:nvPr>
        </p:nvSpPr>
        <p:spPr>
          <a:xfrm>
            <a:off x="6219150" y="2635250"/>
            <a:ext cx="2247900" cy="92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10" name="Google Shape;110;p12"/>
          <p:cNvSpPr txBox="1"/>
          <p:nvPr>
            <p:ph idx="7" type="title"/>
          </p:nvPr>
        </p:nvSpPr>
        <p:spPr>
          <a:xfrm>
            <a:off x="430209" y="907725"/>
            <a:ext cx="6815400" cy="10389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700"/>
              <a:buNone/>
              <a:defRPr sz="37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None/>
              <a:defRPr b="1" sz="48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None/>
              <a:defRPr b="1" sz="48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None/>
              <a:defRPr b="1" sz="48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None/>
              <a:defRPr b="1" sz="48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None/>
              <a:defRPr b="1" sz="48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None/>
              <a:defRPr b="1" sz="48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None/>
              <a:defRPr b="1" sz="48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None/>
              <a:defRPr b="1" sz="48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9 ">
  <p:cSld name="BLANK_1_1_1_1_1_1_1_1_1_1_1_1_1_1_1_1_1_1_1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3"/>
          <p:cNvSpPr/>
          <p:nvPr/>
        </p:nvSpPr>
        <p:spPr>
          <a:xfrm>
            <a:off x="3400700" y="0"/>
            <a:ext cx="5742900" cy="1427100"/>
          </a:xfrm>
          <a:prstGeom prst="snip1Rect">
            <a:avLst>
              <a:gd fmla="val 27405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13" name="Google Shape;113;p13"/>
          <p:cNvSpPr txBox="1"/>
          <p:nvPr>
            <p:ph idx="1" type="subTitle"/>
          </p:nvPr>
        </p:nvSpPr>
        <p:spPr>
          <a:xfrm>
            <a:off x="3718425" y="402000"/>
            <a:ext cx="1459500" cy="12519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14" name="Google Shape;114;p13"/>
          <p:cNvSpPr/>
          <p:nvPr/>
        </p:nvSpPr>
        <p:spPr>
          <a:xfrm>
            <a:off x="3400700" y="1427100"/>
            <a:ext cx="5742900" cy="1790400"/>
          </a:xfrm>
          <a:prstGeom prst="snip1Rect">
            <a:avLst>
              <a:gd fmla="val 23783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15" name="Google Shape;115;p13"/>
          <p:cNvSpPr/>
          <p:nvPr/>
        </p:nvSpPr>
        <p:spPr>
          <a:xfrm>
            <a:off x="3400700" y="3217500"/>
            <a:ext cx="5742900" cy="1924500"/>
          </a:xfrm>
          <a:prstGeom prst="snip1Rect">
            <a:avLst>
              <a:gd fmla="val 22192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16" name="Google Shape;116;p13"/>
          <p:cNvSpPr txBox="1"/>
          <p:nvPr>
            <p:ph idx="2" type="subTitle"/>
          </p:nvPr>
        </p:nvSpPr>
        <p:spPr>
          <a:xfrm>
            <a:off x="4249525" y="402000"/>
            <a:ext cx="4315800" cy="745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17" name="Google Shape;117;p13"/>
          <p:cNvSpPr txBox="1"/>
          <p:nvPr>
            <p:ph idx="3" type="subTitle"/>
          </p:nvPr>
        </p:nvSpPr>
        <p:spPr>
          <a:xfrm>
            <a:off x="3718425" y="1696338"/>
            <a:ext cx="1459500" cy="12519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18" name="Google Shape;118;p13"/>
          <p:cNvSpPr txBox="1"/>
          <p:nvPr>
            <p:ph idx="4" type="subTitle"/>
          </p:nvPr>
        </p:nvSpPr>
        <p:spPr>
          <a:xfrm>
            <a:off x="4249525" y="1696338"/>
            <a:ext cx="1868400" cy="12519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1pPr>
            <a:lvl2pPr lvl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2pPr>
            <a:lvl3pPr lvl="2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3pPr>
            <a:lvl4pPr lvl="3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4pPr>
            <a:lvl5pPr lvl="4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5pPr>
            <a:lvl6pPr lvl="5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6pPr>
            <a:lvl7pPr lvl="6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7pPr>
            <a:lvl8pPr lvl="7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8pPr>
            <a:lvl9pPr lvl="8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19" name="Google Shape;119;p13"/>
          <p:cNvSpPr txBox="1"/>
          <p:nvPr>
            <p:ph type="title"/>
          </p:nvPr>
        </p:nvSpPr>
        <p:spPr>
          <a:xfrm>
            <a:off x="556500" y="531900"/>
            <a:ext cx="2714700" cy="1039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20" name="Google Shape;120;p13"/>
          <p:cNvSpPr/>
          <p:nvPr>
            <p:ph idx="5" type="pic"/>
          </p:nvPr>
        </p:nvSpPr>
        <p:spPr>
          <a:xfrm>
            <a:off x="75" y="2673275"/>
            <a:ext cx="3400800" cy="2471400"/>
          </a:xfrm>
          <a:prstGeom prst="snip1Rect">
            <a:avLst>
              <a:gd fmla="val 21231" name="adj"/>
            </a:avLst>
          </a:prstGeom>
          <a:noFill/>
          <a:ln>
            <a:noFill/>
          </a:ln>
        </p:spPr>
      </p:sp>
      <p:sp>
        <p:nvSpPr>
          <p:cNvPr id="121" name="Google Shape;121;p13"/>
          <p:cNvSpPr txBox="1"/>
          <p:nvPr>
            <p:ph idx="6" type="subTitle"/>
          </p:nvPr>
        </p:nvSpPr>
        <p:spPr>
          <a:xfrm>
            <a:off x="582450" y="1733025"/>
            <a:ext cx="2400600" cy="745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2" name="Google Shape;122;p13"/>
          <p:cNvSpPr txBox="1"/>
          <p:nvPr>
            <p:ph idx="7" type="subTitle"/>
          </p:nvPr>
        </p:nvSpPr>
        <p:spPr>
          <a:xfrm>
            <a:off x="3718450" y="3470325"/>
            <a:ext cx="3678300" cy="454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23" name="Google Shape;123;p13"/>
          <p:cNvSpPr txBox="1"/>
          <p:nvPr>
            <p:ph idx="8" type="subTitle"/>
          </p:nvPr>
        </p:nvSpPr>
        <p:spPr>
          <a:xfrm>
            <a:off x="3724200" y="3884675"/>
            <a:ext cx="5063100" cy="1039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24" name="Google Shape;124;p13"/>
          <p:cNvSpPr txBox="1"/>
          <p:nvPr>
            <p:ph idx="9" type="subTitle"/>
          </p:nvPr>
        </p:nvSpPr>
        <p:spPr>
          <a:xfrm>
            <a:off x="5999175" y="1696338"/>
            <a:ext cx="2787300" cy="12519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1pPr>
            <a:lvl2pPr lvl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2pPr>
            <a:lvl3pPr lvl="2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3pPr>
            <a:lvl4pPr lvl="3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4pPr>
            <a:lvl5pPr lvl="4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5pPr>
            <a:lvl6pPr lvl="5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6pPr>
            <a:lvl7pPr lvl="6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7pPr>
            <a:lvl8pPr lvl="7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8pPr>
            <a:lvl9pPr lvl="8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0">
  <p:cSld name="BLANK_1_1_1_1_1_1_1_1_1_1_1_1_1_1_1_1_1_1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4"/>
          <p:cNvSpPr txBox="1"/>
          <p:nvPr>
            <p:ph type="title"/>
          </p:nvPr>
        </p:nvSpPr>
        <p:spPr>
          <a:xfrm>
            <a:off x="508000" y="466750"/>
            <a:ext cx="3752700" cy="1868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400">
                <a:solidFill>
                  <a:schemeClr val="lt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400">
                <a:solidFill>
                  <a:schemeClr val="lt1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400">
                <a:solidFill>
                  <a:schemeClr val="lt1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400">
                <a:solidFill>
                  <a:schemeClr val="lt1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400">
                <a:solidFill>
                  <a:schemeClr val="lt1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400">
                <a:solidFill>
                  <a:schemeClr val="lt1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400">
                <a:solidFill>
                  <a:schemeClr val="lt1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400">
                <a:solidFill>
                  <a:schemeClr val="lt1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400">
                <a:solidFill>
                  <a:schemeClr val="lt1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27" name="Google Shape;127;p14"/>
          <p:cNvSpPr/>
          <p:nvPr>
            <p:ph idx="2" type="pic"/>
          </p:nvPr>
        </p:nvSpPr>
        <p:spPr>
          <a:xfrm>
            <a:off x="75" y="2673275"/>
            <a:ext cx="3014400" cy="2471400"/>
          </a:xfrm>
          <a:prstGeom prst="snip1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128" name="Google Shape;128;p14"/>
          <p:cNvSpPr/>
          <p:nvPr>
            <p:ph idx="3" type="pic"/>
          </p:nvPr>
        </p:nvSpPr>
        <p:spPr>
          <a:xfrm>
            <a:off x="5341625" y="-3800"/>
            <a:ext cx="3802500" cy="1899300"/>
          </a:xfrm>
          <a:prstGeom prst="snip1Rect">
            <a:avLst>
              <a:gd fmla="val 17337" name="adj"/>
            </a:avLst>
          </a:prstGeom>
          <a:noFill/>
          <a:ln>
            <a:noFill/>
          </a:ln>
        </p:spPr>
      </p:sp>
      <p:sp>
        <p:nvSpPr>
          <p:cNvPr id="129" name="Google Shape;129;p14"/>
          <p:cNvSpPr/>
          <p:nvPr/>
        </p:nvSpPr>
        <p:spPr>
          <a:xfrm>
            <a:off x="5341400" y="1709375"/>
            <a:ext cx="3802500" cy="3435300"/>
          </a:xfrm>
          <a:prstGeom prst="snip1Rect">
            <a:avLst>
              <a:gd fmla="val 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30" name="Google Shape;130;p14"/>
          <p:cNvSpPr/>
          <p:nvPr/>
        </p:nvSpPr>
        <p:spPr>
          <a:xfrm>
            <a:off x="3014300" y="2673275"/>
            <a:ext cx="2327100" cy="2471400"/>
          </a:xfrm>
          <a:prstGeom prst="snip1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31" name="Google Shape;131;p14"/>
          <p:cNvSpPr txBox="1"/>
          <p:nvPr>
            <p:ph idx="1" type="subTitle"/>
          </p:nvPr>
        </p:nvSpPr>
        <p:spPr>
          <a:xfrm>
            <a:off x="3364075" y="3159975"/>
            <a:ext cx="1459500" cy="1868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32" name="Google Shape;132;p14"/>
          <p:cNvSpPr txBox="1"/>
          <p:nvPr>
            <p:ph idx="4" type="subTitle"/>
          </p:nvPr>
        </p:nvSpPr>
        <p:spPr>
          <a:xfrm>
            <a:off x="5794450" y="2073450"/>
            <a:ext cx="1459500" cy="1642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33" name="Google Shape;133;p14"/>
          <p:cNvSpPr txBox="1"/>
          <p:nvPr>
            <p:ph idx="5" type="subTitle"/>
          </p:nvPr>
        </p:nvSpPr>
        <p:spPr>
          <a:xfrm>
            <a:off x="7371675" y="2073450"/>
            <a:ext cx="1294500" cy="1642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34" name="Google Shape;134;p14"/>
          <p:cNvSpPr txBox="1"/>
          <p:nvPr>
            <p:ph idx="6" type="subTitle"/>
          </p:nvPr>
        </p:nvSpPr>
        <p:spPr>
          <a:xfrm>
            <a:off x="5794450" y="3940350"/>
            <a:ext cx="2831400" cy="917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1">
  <p:cSld name="BLANK_1_1_1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5"/>
          <p:cNvSpPr txBox="1"/>
          <p:nvPr>
            <p:ph idx="1" type="subTitle"/>
          </p:nvPr>
        </p:nvSpPr>
        <p:spPr>
          <a:xfrm>
            <a:off x="455153" y="1847050"/>
            <a:ext cx="1278600" cy="410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37" name="Google Shape;137;p15"/>
          <p:cNvSpPr txBox="1"/>
          <p:nvPr>
            <p:ph idx="2" type="subTitle"/>
          </p:nvPr>
        </p:nvSpPr>
        <p:spPr>
          <a:xfrm>
            <a:off x="455153" y="2961963"/>
            <a:ext cx="1278600" cy="410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38" name="Google Shape;138;p15"/>
          <p:cNvSpPr txBox="1"/>
          <p:nvPr>
            <p:ph idx="3" type="subTitle"/>
          </p:nvPr>
        </p:nvSpPr>
        <p:spPr>
          <a:xfrm>
            <a:off x="455146" y="3929375"/>
            <a:ext cx="1278600" cy="410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39" name="Google Shape;139;p15"/>
          <p:cNvSpPr txBox="1"/>
          <p:nvPr>
            <p:ph idx="4" type="subTitle"/>
          </p:nvPr>
        </p:nvSpPr>
        <p:spPr>
          <a:xfrm>
            <a:off x="1781075" y="1241375"/>
            <a:ext cx="1498800" cy="276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40" name="Google Shape;140;p15"/>
          <p:cNvSpPr txBox="1"/>
          <p:nvPr>
            <p:ph idx="5" type="subTitle"/>
          </p:nvPr>
        </p:nvSpPr>
        <p:spPr>
          <a:xfrm>
            <a:off x="3596300" y="1241375"/>
            <a:ext cx="1498800" cy="276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41" name="Google Shape;141;p15"/>
          <p:cNvSpPr txBox="1"/>
          <p:nvPr>
            <p:ph idx="6" type="subTitle"/>
          </p:nvPr>
        </p:nvSpPr>
        <p:spPr>
          <a:xfrm>
            <a:off x="5411525" y="1241375"/>
            <a:ext cx="1498800" cy="276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42" name="Google Shape;142;p15"/>
          <p:cNvSpPr txBox="1"/>
          <p:nvPr>
            <p:ph idx="7" type="subTitle"/>
          </p:nvPr>
        </p:nvSpPr>
        <p:spPr>
          <a:xfrm>
            <a:off x="7226750" y="1241375"/>
            <a:ext cx="1498800" cy="264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43" name="Google Shape;143;p15"/>
          <p:cNvSpPr txBox="1"/>
          <p:nvPr>
            <p:ph idx="8" type="subTitle"/>
          </p:nvPr>
        </p:nvSpPr>
        <p:spPr>
          <a:xfrm>
            <a:off x="1979675" y="1790375"/>
            <a:ext cx="1381200" cy="488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4" name="Google Shape;144;p15"/>
          <p:cNvSpPr txBox="1"/>
          <p:nvPr>
            <p:ph idx="9" type="subTitle"/>
          </p:nvPr>
        </p:nvSpPr>
        <p:spPr>
          <a:xfrm>
            <a:off x="1979675" y="2883669"/>
            <a:ext cx="1381200" cy="488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5" name="Google Shape;145;p15"/>
          <p:cNvSpPr txBox="1"/>
          <p:nvPr>
            <p:ph idx="13" type="subTitle"/>
          </p:nvPr>
        </p:nvSpPr>
        <p:spPr>
          <a:xfrm>
            <a:off x="1979675" y="4040075"/>
            <a:ext cx="1381200" cy="488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6" name="Google Shape;146;p15"/>
          <p:cNvSpPr txBox="1"/>
          <p:nvPr>
            <p:ph idx="14" type="subTitle"/>
          </p:nvPr>
        </p:nvSpPr>
        <p:spPr>
          <a:xfrm>
            <a:off x="3805975" y="1790375"/>
            <a:ext cx="1381200" cy="488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7" name="Google Shape;147;p15"/>
          <p:cNvSpPr txBox="1"/>
          <p:nvPr>
            <p:ph idx="15" type="subTitle"/>
          </p:nvPr>
        </p:nvSpPr>
        <p:spPr>
          <a:xfrm>
            <a:off x="3805975" y="2883669"/>
            <a:ext cx="1381200" cy="488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8" name="Google Shape;148;p15"/>
          <p:cNvSpPr txBox="1"/>
          <p:nvPr>
            <p:ph idx="16" type="subTitle"/>
          </p:nvPr>
        </p:nvSpPr>
        <p:spPr>
          <a:xfrm>
            <a:off x="3805975" y="4040075"/>
            <a:ext cx="1381200" cy="488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9" name="Google Shape;149;p15"/>
          <p:cNvSpPr txBox="1"/>
          <p:nvPr>
            <p:ph idx="17" type="subTitle"/>
          </p:nvPr>
        </p:nvSpPr>
        <p:spPr>
          <a:xfrm>
            <a:off x="5632275" y="1790375"/>
            <a:ext cx="1381200" cy="488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0" name="Google Shape;150;p15"/>
          <p:cNvSpPr txBox="1"/>
          <p:nvPr>
            <p:ph idx="18" type="subTitle"/>
          </p:nvPr>
        </p:nvSpPr>
        <p:spPr>
          <a:xfrm>
            <a:off x="5632275" y="2883669"/>
            <a:ext cx="1381200" cy="488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1" name="Google Shape;151;p15"/>
          <p:cNvSpPr txBox="1"/>
          <p:nvPr>
            <p:ph idx="19" type="subTitle"/>
          </p:nvPr>
        </p:nvSpPr>
        <p:spPr>
          <a:xfrm>
            <a:off x="5632275" y="4040075"/>
            <a:ext cx="1381200" cy="488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2" name="Google Shape;152;p15"/>
          <p:cNvSpPr txBox="1"/>
          <p:nvPr>
            <p:ph idx="20" type="subTitle"/>
          </p:nvPr>
        </p:nvSpPr>
        <p:spPr>
          <a:xfrm>
            <a:off x="7458575" y="1790375"/>
            <a:ext cx="1381200" cy="488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3" name="Google Shape;153;p15"/>
          <p:cNvSpPr txBox="1"/>
          <p:nvPr>
            <p:ph idx="21" type="subTitle"/>
          </p:nvPr>
        </p:nvSpPr>
        <p:spPr>
          <a:xfrm>
            <a:off x="7458575" y="2883669"/>
            <a:ext cx="1381200" cy="488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4" name="Google Shape;154;p15"/>
          <p:cNvSpPr txBox="1"/>
          <p:nvPr>
            <p:ph idx="22" type="subTitle"/>
          </p:nvPr>
        </p:nvSpPr>
        <p:spPr>
          <a:xfrm>
            <a:off x="7458575" y="4040075"/>
            <a:ext cx="1381200" cy="488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5" name="Google Shape;155;p15"/>
          <p:cNvSpPr txBox="1"/>
          <p:nvPr>
            <p:ph type="title"/>
          </p:nvPr>
        </p:nvSpPr>
        <p:spPr>
          <a:xfrm>
            <a:off x="452621" y="455239"/>
            <a:ext cx="6964800" cy="651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2">
  <p:cSld name="CUSTOM_14">
    <p:bg>
      <p:bgPr>
        <a:solidFill>
          <a:schemeClr val="lt1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6"/>
          <p:cNvSpPr txBox="1"/>
          <p:nvPr>
            <p:ph type="title"/>
          </p:nvPr>
        </p:nvSpPr>
        <p:spPr>
          <a:xfrm>
            <a:off x="966625" y="1926200"/>
            <a:ext cx="1589700" cy="301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58" name="Google Shape;158;p16"/>
          <p:cNvSpPr txBox="1"/>
          <p:nvPr>
            <p:ph idx="2" type="title"/>
          </p:nvPr>
        </p:nvSpPr>
        <p:spPr>
          <a:xfrm>
            <a:off x="2768150" y="1926200"/>
            <a:ext cx="1518900" cy="301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59" name="Google Shape;159;p16"/>
          <p:cNvSpPr txBox="1"/>
          <p:nvPr>
            <p:ph idx="3" type="title"/>
          </p:nvPr>
        </p:nvSpPr>
        <p:spPr>
          <a:xfrm>
            <a:off x="4609425" y="1926200"/>
            <a:ext cx="1620000" cy="301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60" name="Google Shape;160;p16"/>
          <p:cNvSpPr txBox="1"/>
          <p:nvPr>
            <p:ph idx="4" type="title"/>
          </p:nvPr>
        </p:nvSpPr>
        <p:spPr>
          <a:xfrm>
            <a:off x="2876400" y="4053150"/>
            <a:ext cx="1376700" cy="1091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61" name="Google Shape;161;p16"/>
          <p:cNvSpPr txBox="1"/>
          <p:nvPr>
            <p:ph idx="5" type="title"/>
          </p:nvPr>
        </p:nvSpPr>
        <p:spPr>
          <a:xfrm>
            <a:off x="6564575" y="4053150"/>
            <a:ext cx="1376700" cy="1091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62" name="Google Shape;162;p16"/>
          <p:cNvSpPr txBox="1"/>
          <p:nvPr>
            <p:ph idx="6" type="title"/>
          </p:nvPr>
        </p:nvSpPr>
        <p:spPr>
          <a:xfrm>
            <a:off x="966625" y="2228000"/>
            <a:ext cx="1294500" cy="109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63" name="Google Shape;163;p16"/>
          <p:cNvSpPr txBox="1"/>
          <p:nvPr>
            <p:ph idx="7" type="title"/>
          </p:nvPr>
        </p:nvSpPr>
        <p:spPr>
          <a:xfrm>
            <a:off x="2768161" y="2228000"/>
            <a:ext cx="1294500" cy="109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64" name="Google Shape;164;p16"/>
          <p:cNvSpPr txBox="1"/>
          <p:nvPr>
            <p:ph idx="8" type="title"/>
          </p:nvPr>
        </p:nvSpPr>
        <p:spPr>
          <a:xfrm>
            <a:off x="4609425" y="2228000"/>
            <a:ext cx="1376700" cy="109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65" name="Google Shape;165;p16"/>
          <p:cNvSpPr txBox="1"/>
          <p:nvPr>
            <p:ph idx="9" type="title"/>
          </p:nvPr>
        </p:nvSpPr>
        <p:spPr>
          <a:xfrm>
            <a:off x="6437300" y="1926200"/>
            <a:ext cx="1376700" cy="301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66" name="Google Shape;166;p16"/>
          <p:cNvSpPr txBox="1"/>
          <p:nvPr>
            <p:ph idx="13" type="title"/>
          </p:nvPr>
        </p:nvSpPr>
        <p:spPr>
          <a:xfrm>
            <a:off x="6437293" y="2228000"/>
            <a:ext cx="1244400" cy="109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67" name="Google Shape;167;p16"/>
          <p:cNvSpPr txBox="1"/>
          <p:nvPr>
            <p:ph idx="14" type="title"/>
          </p:nvPr>
        </p:nvSpPr>
        <p:spPr>
          <a:xfrm>
            <a:off x="474675" y="467679"/>
            <a:ext cx="3593100" cy="1008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3">
  <p:cSld name="BLANK_1_1_1_1_1_1_1_1_1_1_1_1_1_1_2">
    <p:bg>
      <p:bgPr>
        <a:solidFill>
          <a:schemeClr val="lt1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7"/>
          <p:cNvSpPr/>
          <p:nvPr/>
        </p:nvSpPr>
        <p:spPr>
          <a:xfrm>
            <a:off x="2070256" y="436468"/>
            <a:ext cx="4729500" cy="4415700"/>
          </a:xfrm>
          <a:prstGeom prst="snip1Rect">
            <a:avLst>
              <a:gd fmla="val 12424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70" name="Google Shape;170;p17"/>
          <p:cNvSpPr/>
          <p:nvPr/>
        </p:nvSpPr>
        <p:spPr>
          <a:xfrm>
            <a:off x="847072" y="436468"/>
            <a:ext cx="4729500" cy="4415700"/>
          </a:xfrm>
          <a:prstGeom prst="snip1Rect">
            <a:avLst>
              <a:gd fmla="val 12424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71" name="Google Shape;171;p17"/>
          <p:cNvSpPr/>
          <p:nvPr/>
        </p:nvSpPr>
        <p:spPr>
          <a:xfrm>
            <a:off x="203824" y="436468"/>
            <a:ext cx="4729500" cy="4415700"/>
          </a:xfrm>
          <a:prstGeom prst="snip1Rect">
            <a:avLst>
              <a:gd fmla="val 12424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72" name="Google Shape;172;p17"/>
          <p:cNvSpPr/>
          <p:nvPr/>
        </p:nvSpPr>
        <p:spPr>
          <a:xfrm>
            <a:off x="0" y="432050"/>
            <a:ext cx="4665600" cy="4689000"/>
          </a:xfrm>
          <a:prstGeom prst="snip1Rect">
            <a:avLst>
              <a:gd fmla="val 1153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73" name="Google Shape;173;p17"/>
          <p:cNvSpPr txBox="1"/>
          <p:nvPr>
            <p:ph type="title"/>
          </p:nvPr>
        </p:nvSpPr>
        <p:spPr>
          <a:xfrm>
            <a:off x="443725" y="920775"/>
            <a:ext cx="3730500" cy="10959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74" name="Google Shape;174;p17"/>
          <p:cNvSpPr/>
          <p:nvPr/>
        </p:nvSpPr>
        <p:spPr>
          <a:xfrm>
            <a:off x="24725" y="2393073"/>
            <a:ext cx="9144000" cy="2750400"/>
          </a:xfrm>
          <a:prstGeom prst="snip1Rect">
            <a:avLst>
              <a:gd fmla="val 15953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75" name="Google Shape;175;p17"/>
          <p:cNvSpPr/>
          <p:nvPr/>
        </p:nvSpPr>
        <p:spPr>
          <a:xfrm>
            <a:off x="0" y="2393075"/>
            <a:ext cx="3186600" cy="27504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76" name="Google Shape;176;p17"/>
          <p:cNvSpPr txBox="1"/>
          <p:nvPr>
            <p:ph idx="2" type="title"/>
          </p:nvPr>
        </p:nvSpPr>
        <p:spPr>
          <a:xfrm>
            <a:off x="507250" y="2657169"/>
            <a:ext cx="2344800" cy="446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Quantico"/>
              <a:buNone/>
              <a:defRPr b="1" sz="12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77" name="Google Shape;177;p17"/>
          <p:cNvSpPr txBox="1"/>
          <p:nvPr>
            <p:ph idx="3" type="title"/>
          </p:nvPr>
        </p:nvSpPr>
        <p:spPr>
          <a:xfrm>
            <a:off x="454725" y="1387875"/>
            <a:ext cx="3109200" cy="708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400"/>
              <a:buFont typeface="Lato"/>
              <a:buNone/>
              <a:defRPr sz="16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400"/>
              <a:buFont typeface="Lato"/>
              <a:buNone/>
              <a:defRPr sz="16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400"/>
              <a:buFont typeface="Lato"/>
              <a:buNone/>
              <a:defRPr sz="16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400"/>
              <a:buFont typeface="Lato"/>
              <a:buNone/>
              <a:defRPr sz="16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400"/>
              <a:buFont typeface="Lato"/>
              <a:buNone/>
              <a:defRPr sz="16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400"/>
              <a:buFont typeface="Lato"/>
              <a:buNone/>
              <a:defRPr sz="16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400"/>
              <a:buFont typeface="Lato"/>
              <a:buNone/>
              <a:defRPr sz="16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400"/>
              <a:buFont typeface="Lato"/>
              <a:buNone/>
              <a:defRPr sz="16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400"/>
              <a:buFont typeface="Lato"/>
              <a:buNone/>
              <a:defRPr sz="16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78" name="Google Shape;178;p17"/>
          <p:cNvSpPr txBox="1"/>
          <p:nvPr>
            <p:ph idx="4" type="title"/>
          </p:nvPr>
        </p:nvSpPr>
        <p:spPr>
          <a:xfrm>
            <a:off x="507250" y="3648688"/>
            <a:ext cx="2137800" cy="574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79" name="Google Shape;179;p17"/>
          <p:cNvSpPr txBox="1"/>
          <p:nvPr>
            <p:ph idx="5" type="title"/>
          </p:nvPr>
        </p:nvSpPr>
        <p:spPr>
          <a:xfrm>
            <a:off x="507250" y="3960850"/>
            <a:ext cx="2242500" cy="708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80" name="Google Shape;180;p17"/>
          <p:cNvSpPr txBox="1"/>
          <p:nvPr>
            <p:ph idx="6" type="title"/>
          </p:nvPr>
        </p:nvSpPr>
        <p:spPr>
          <a:xfrm>
            <a:off x="507250" y="2950200"/>
            <a:ext cx="2242500" cy="643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81" name="Google Shape;181;p17"/>
          <p:cNvSpPr txBox="1"/>
          <p:nvPr>
            <p:ph idx="7" type="title"/>
          </p:nvPr>
        </p:nvSpPr>
        <p:spPr>
          <a:xfrm>
            <a:off x="5654225" y="2657175"/>
            <a:ext cx="961200" cy="409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Quantico"/>
              <a:buNone/>
              <a:defRPr b="1" sz="1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82" name="Google Shape;182;p17"/>
          <p:cNvSpPr txBox="1"/>
          <p:nvPr>
            <p:ph idx="8" type="title"/>
          </p:nvPr>
        </p:nvSpPr>
        <p:spPr>
          <a:xfrm>
            <a:off x="7295800" y="2657175"/>
            <a:ext cx="1109100" cy="409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Quantico"/>
              <a:buNone/>
              <a:defRPr b="1" sz="1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83" name="Google Shape;183;p17"/>
          <p:cNvSpPr txBox="1"/>
          <p:nvPr>
            <p:ph idx="9" type="title"/>
          </p:nvPr>
        </p:nvSpPr>
        <p:spPr>
          <a:xfrm>
            <a:off x="3958525" y="2657175"/>
            <a:ext cx="1003500" cy="409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Quantico"/>
              <a:buNone/>
              <a:defRPr b="1" sz="1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84" name="Google Shape;184;p17"/>
          <p:cNvSpPr txBox="1"/>
          <p:nvPr>
            <p:ph idx="13" type="title"/>
          </p:nvPr>
        </p:nvSpPr>
        <p:spPr>
          <a:xfrm>
            <a:off x="3477950" y="3170975"/>
            <a:ext cx="1583400" cy="643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85" name="Google Shape;185;p17"/>
          <p:cNvSpPr txBox="1"/>
          <p:nvPr>
            <p:ph idx="14" type="title"/>
          </p:nvPr>
        </p:nvSpPr>
        <p:spPr>
          <a:xfrm>
            <a:off x="5156125" y="3170975"/>
            <a:ext cx="1551600" cy="574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86" name="Google Shape;186;p17"/>
          <p:cNvSpPr txBox="1"/>
          <p:nvPr>
            <p:ph idx="15" type="title"/>
          </p:nvPr>
        </p:nvSpPr>
        <p:spPr>
          <a:xfrm>
            <a:off x="6837850" y="3170975"/>
            <a:ext cx="2022000" cy="1596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87" name="Google Shape;187;p17"/>
          <p:cNvSpPr txBox="1"/>
          <p:nvPr>
            <p:ph idx="16" type="title"/>
          </p:nvPr>
        </p:nvSpPr>
        <p:spPr>
          <a:xfrm>
            <a:off x="3624875" y="4016425"/>
            <a:ext cx="1436400" cy="750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88" name="Google Shape;188;p17"/>
          <p:cNvSpPr txBox="1"/>
          <p:nvPr>
            <p:ph idx="17" type="title"/>
          </p:nvPr>
        </p:nvSpPr>
        <p:spPr>
          <a:xfrm>
            <a:off x="5303050" y="4016425"/>
            <a:ext cx="1404600" cy="750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4">
  <p:cSld name="CUSTOM_5_1">
    <p:bg>
      <p:bgPr>
        <a:solidFill>
          <a:schemeClr val="lt1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8"/>
          <p:cNvSpPr/>
          <p:nvPr/>
        </p:nvSpPr>
        <p:spPr>
          <a:xfrm>
            <a:off x="1067025" y="437190"/>
            <a:ext cx="7197300" cy="3865800"/>
          </a:xfrm>
          <a:prstGeom prst="snip1Rect">
            <a:avLst>
              <a:gd fmla="val 11506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91" name="Google Shape;191;p18"/>
          <p:cNvSpPr/>
          <p:nvPr/>
        </p:nvSpPr>
        <p:spPr>
          <a:xfrm>
            <a:off x="1491600" y="1330871"/>
            <a:ext cx="7197300" cy="3674400"/>
          </a:xfrm>
          <a:prstGeom prst="snip1Rect">
            <a:avLst>
              <a:gd fmla="val 11506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92" name="Google Shape;192;p18"/>
          <p:cNvSpPr/>
          <p:nvPr/>
        </p:nvSpPr>
        <p:spPr>
          <a:xfrm>
            <a:off x="114875" y="875230"/>
            <a:ext cx="7197300" cy="3977100"/>
          </a:xfrm>
          <a:prstGeom prst="snip1Rect">
            <a:avLst>
              <a:gd fmla="val 11506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93" name="Google Shape;193;p18"/>
          <p:cNvSpPr/>
          <p:nvPr/>
        </p:nvSpPr>
        <p:spPr>
          <a:xfrm>
            <a:off x="-8050" y="432050"/>
            <a:ext cx="3686700" cy="4689000"/>
          </a:xfrm>
          <a:prstGeom prst="snip1Rect">
            <a:avLst>
              <a:gd fmla="val 1153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94" name="Google Shape;194;p18"/>
          <p:cNvSpPr txBox="1"/>
          <p:nvPr>
            <p:ph type="title"/>
          </p:nvPr>
        </p:nvSpPr>
        <p:spPr>
          <a:xfrm>
            <a:off x="451900" y="843775"/>
            <a:ext cx="2968200" cy="1039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95" name="Google Shape;195;p18"/>
          <p:cNvSpPr txBox="1"/>
          <p:nvPr>
            <p:ph idx="1" type="subTitle"/>
          </p:nvPr>
        </p:nvSpPr>
        <p:spPr>
          <a:xfrm>
            <a:off x="478650" y="2476500"/>
            <a:ext cx="1374300" cy="416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6" name="Google Shape;196;p18"/>
          <p:cNvSpPr txBox="1"/>
          <p:nvPr>
            <p:ph idx="2" type="title"/>
          </p:nvPr>
        </p:nvSpPr>
        <p:spPr>
          <a:xfrm>
            <a:off x="488175" y="2044800"/>
            <a:ext cx="1452000" cy="37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Quantico"/>
              <a:buNone/>
              <a:defRPr b="1" sz="14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97" name="Google Shape;197;p18"/>
          <p:cNvSpPr txBox="1"/>
          <p:nvPr>
            <p:ph idx="3" type="subTitle"/>
          </p:nvPr>
        </p:nvSpPr>
        <p:spPr>
          <a:xfrm>
            <a:off x="2102625" y="2476488"/>
            <a:ext cx="1374300" cy="416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8" name="Google Shape;198;p18"/>
          <p:cNvSpPr txBox="1"/>
          <p:nvPr>
            <p:ph idx="4" type="title"/>
          </p:nvPr>
        </p:nvSpPr>
        <p:spPr>
          <a:xfrm>
            <a:off x="2102625" y="2044800"/>
            <a:ext cx="1582500" cy="37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Quantico"/>
              <a:buNone/>
              <a:defRPr b="1" sz="14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99" name="Google Shape;199;p18"/>
          <p:cNvSpPr txBox="1"/>
          <p:nvPr>
            <p:ph idx="5" type="subTitle"/>
          </p:nvPr>
        </p:nvSpPr>
        <p:spPr>
          <a:xfrm>
            <a:off x="3875050" y="2476488"/>
            <a:ext cx="1374300" cy="416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0" name="Google Shape;200;p18"/>
          <p:cNvSpPr txBox="1"/>
          <p:nvPr>
            <p:ph idx="6" type="title"/>
          </p:nvPr>
        </p:nvSpPr>
        <p:spPr>
          <a:xfrm>
            <a:off x="3875051" y="2044800"/>
            <a:ext cx="1557900" cy="37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Quantico"/>
              <a:buNone/>
              <a:defRPr b="1" sz="14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01" name="Google Shape;201;p18"/>
          <p:cNvSpPr txBox="1"/>
          <p:nvPr>
            <p:ph idx="7" type="subTitle"/>
          </p:nvPr>
        </p:nvSpPr>
        <p:spPr>
          <a:xfrm>
            <a:off x="5618263" y="2476488"/>
            <a:ext cx="1374300" cy="416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2" name="Google Shape;202;p18"/>
          <p:cNvSpPr txBox="1"/>
          <p:nvPr>
            <p:ph idx="8" type="title"/>
          </p:nvPr>
        </p:nvSpPr>
        <p:spPr>
          <a:xfrm>
            <a:off x="5618275" y="2044800"/>
            <a:ext cx="1557900" cy="37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Quantico"/>
              <a:buNone/>
              <a:defRPr b="1" sz="14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03" name="Google Shape;203;p18"/>
          <p:cNvSpPr txBox="1"/>
          <p:nvPr>
            <p:ph idx="9" type="subTitle"/>
          </p:nvPr>
        </p:nvSpPr>
        <p:spPr>
          <a:xfrm>
            <a:off x="7354438" y="2476488"/>
            <a:ext cx="1374300" cy="416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4" name="Google Shape;204;p18"/>
          <p:cNvSpPr txBox="1"/>
          <p:nvPr>
            <p:ph idx="13" type="title"/>
          </p:nvPr>
        </p:nvSpPr>
        <p:spPr>
          <a:xfrm>
            <a:off x="7354449" y="2044799"/>
            <a:ext cx="1797600" cy="37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Quantico"/>
              <a:buNone/>
              <a:defRPr b="1" sz="14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05" name="Google Shape;205;p18"/>
          <p:cNvSpPr txBox="1"/>
          <p:nvPr>
            <p:ph idx="14" type="subTitle"/>
          </p:nvPr>
        </p:nvSpPr>
        <p:spPr>
          <a:xfrm>
            <a:off x="478650" y="3104100"/>
            <a:ext cx="1452000" cy="612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6" name="Google Shape;206;p18"/>
          <p:cNvSpPr txBox="1"/>
          <p:nvPr>
            <p:ph idx="15" type="subTitle"/>
          </p:nvPr>
        </p:nvSpPr>
        <p:spPr>
          <a:xfrm>
            <a:off x="2102625" y="3104100"/>
            <a:ext cx="1582500" cy="64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7" name="Google Shape;207;p18"/>
          <p:cNvSpPr txBox="1"/>
          <p:nvPr>
            <p:ph idx="16" type="subTitle"/>
          </p:nvPr>
        </p:nvSpPr>
        <p:spPr>
          <a:xfrm>
            <a:off x="5618275" y="3104109"/>
            <a:ext cx="1238400" cy="732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8" name="Google Shape;208;p18"/>
          <p:cNvSpPr txBox="1"/>
          <p:nvPr>
            <p:ph idx="17" type="subTitle"/>
          </p:nvPr>
        </p:nvSpPr>
        <p:spPr>
          <a:xfrm>
            <a:off x="7354450" y="3104109"/>
            <a:ext cx="1238400" cy="732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9" name="Google Shape;209;p18"/>
          <p:cNvSpPr txBox="1"/>
          <p:nvPr>
            <p:ph idx="18" type="subTitle"/>
          </p:nvPr>
        </p:nvSpPr>
        <p:spPr>
          <a:xfrm>
            <a:off x="625400" y="3960650"/>
            <a:ext cx="1139700" cy="732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●"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○"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■"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●"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○"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■"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●"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○"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Lato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0" name="Google Shape;210;p18"/>
          <p:cNvSpPr txBox="1"/>
          <p:nvPr>
            <p:ph idx="19" type="subTitle"/>
          </p:nvPr>
        </p:nvSpPr>
        <p:spPr>
          <a:xfrm>
            <a:off x="2239700" y="3960657"/>
            <a:ext cx="1139700" cy="813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1" name="Google Shape;211;p18"/>
          <p:cNvSpPr txBox="1"/>
          <p:nvPr>
            <p:ph idx="20" type="subTitle"/>
          </p:nvPr>
        </p:nvSpPr>
        <p:spPr>
          <a:xfrm>
            <a:off x="4021800" y="3960660"/>
            <a:ext cx="1139700" cy="897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2" name="Google Shape;212;p18"/>
          <p:cNvSpPr txBox="1"/>
          <p:nvPr>
            <p:ph idx="21" type="subTitle"/>
          </p:nvPr>
        </p:nvSpPr>
        <p:spPr>
          <a:xfrm>
            <a:off x="5765025" y="3960650"/>
            <a:ext cx="1411200" cy="897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3" name="Google Shape;213;p18"/>
          <p:cNvSpPr txBox="1"/>
          <p:nvPr>
            <p:ph idx="22" type="subTitle"/>
          </p:nvPr>
        </p:nvSpPr>
        <p:spPr>
          <a:xfrm>
            <a:off x="7491550" y="3960657"/>
            <a:ext cx="1139700" cy="774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4" name="Google Shape;214;p18"/>
          <p:cNvSpPr txBox="1"/>
          <p:nvPr>
            <p:ph idx="23" type="subTitle"/>
          </p:nvPr>
        </p:nvSpPr>
        <p:spPr>
          <a:xfrm>
            <a:off x="3875050" y="3104100"/>
            <a:ext cx="1557900" cy="732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o-to-market ideas - ALT 1">
  <p:cSld name="CUSTOM_5_1_1_1_4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9"/>
          <p:cNvSpPr/>
          <p:nvPr>
            <p:ph idx="2" type="pic"/>
          </p:nvPr>
        </p:nvSpPr>
        <p:spPr>
          <a:xfrm>
            <a:off x="-1600" y="1969350"/>
            <a:ext cx="9144000" cy="3174600"/>
          </a:xfrm>
          <a:prstGeom prst="snip1Rect">
            <a:avLst>
              <a:gd fmla="val 19548" name="adj"/>
            </a:avLst>
          </a:prstGeom>
          <a:noFill/>
          <a:ln>
            <a:noFill/>
          </a:ln>
        </p:spPr>
      </p:sp>
      <p:sp>
        <p:nvSpPr>
          <p:cNvPr id="217" name="Google Shape;217;p19"/>
          <p:cNvSpPr txBox="1"/>
          <p:nvPr>
            <p:ph type="title"/>
          </p:nvPr>
        </p:nvSpPr>
        <p:spPr>
          <a:xfrm>
            <a:off x="525425" y="2247450"/>
            <a:ext cx="1624500" cy="160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18" name="Google Shape;218;p19"/>
          <p:cNvSpPr txBox="1"/>
          <p:nvPr>
            <p:ph idx="1" type="body"/>
          </p:nvPr>
        </p:nvSpPr>
        <p:spPr>
          <a:xfrm>
            <a:off x="525425" y="2446425"/>
            <a:ext cx="1624500" cy="869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9" name="Google Shape;219;p19"/>
          <p:cNvSpPr txBox="1"/>
          <p:nvPr>
            <p:ph idx="3" type="title"/>
          </p:nvPr>
        </p:nvSpPr>
        <p:spPr>
          <a:xfrm>
            <a:off x="2409625" y="2247450"/>
            <a:ext cx="1624500" cy="160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20" name="Google Shape;220;p19"/>
          <p:cNvSpPr txBox="1"/>
          <p:nvPr>
            <p:ph idx="4" type="body"/>
          </p:nvPr>
        </p:nvSpPr>
        <p:spPr>
          <a:xfrm>
            <a:off x="2409625" y="2446425"/>
            <a:ext cx="1624500" cy="869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1" name="Google Shape;221;p19"/>
          <p:cNvSpPr txBox="1"/>
          <p:nvPr>
            <p:ph idx="5" type="title"/>
          </p:nvPr>
        </p:nvSpPr>
        <p:spPr>
          <a:xfrm>
            <a:off x="4293825" y="2247450"/>
            <a:ext cx="1624500" cy="160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22" name="Google Shape;222;p19"/>
          <p:cNvSpPr txBox="1"/>
          <p:nvPr>
            <p:ph idx="6" type="body"/>
          </p:nvPr>
        </p:nvSpPr>
        <p:spPr>
          <a:xfrm>
            <a:off x="4293825" y="2446425"/>
            <a:ext cx="1624500" cy="869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3" name="Google Shape;223;p19"/>
          <p:cNvSpPr txBox="1"/>
          <p:nvPr>
            <p:ph idx="7" type="title"/>
          </p:nvPr>
        </p:nvSpPr>
        <p:spPr>
          <a:xfrm>
            <a:off x="6178025" y="2247450"/>
            <a:ext cx="1624500" cy="160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24" name="Google Shape;224;p19"/>
          <p:cNvSpPr txBox="1"/>
          <p:nvPr>
            <p:ph idx="8" type="body"/>
          </p:nvPr>
        </p:nvSpPr>
        <p:spPr>
          <a:xfrm>
            <a:off x="6178025" y="2446425"/>
            <a:ext cx="1624500" cy="869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5" name="Google Shape;225;p19"/>
          <p:cNvSpPr txBox="1"/>
          <p:nvPr>
            <p:ph idx="9" type="subTitle"/>
          </p:nvPr>
        </p:nvSpPr>
        <p:spPr>
          <a:xfrm>
            <a:off x="2409625" y="3381375"/>
            <a:ext cx="1624500" cy="1579200"/>
          </a:xfrm>
          <a:prstGeom prst="rect">
            <a:avLst/>
          </a:prstGeom>
        </p:spPr>
        <p:txBody>
          <a:bodyPr anchorCtr="0" anchor="t" bIns="91425" lIns="274300" spcFirstLastPara="1" rIns="91425" wrap="square" tIns="91425">
            <a:noAutofit/>
          </a:bodyPr>
          <a:lstStyle>
            <a:lvl1pPr lvl="0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antico"/>
              <a:buNone/>
              <a:defRPr b="1" sz="14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26" name="Google Shape;226;p19"/>
          <p:cNvSpPr txBox="1"/>
          <p:nvPr>
            <p:ph idx="13" type="subTitle"/>
          </p:nvPr>
        </p:nvSpPr>
        <p:spPr>
          <a:xfrm>
            <a:off x="525425" y="3381375"/>
            <a:ext cx="1624500" cy="1579200"/>
          </a:xfrm>
          <a:prstGeom prst="rect">
            <a:avLst/>
          </a:prstGeom>
        </p:spPr>
        <p:txBody>
          <a:bodyPr anchorCtr="0" anchor="t" bIns="91425" lIns="274300" spcFirstLastPara="1" rIns="91425" wrap="square" tIns="91425">
            <a:noAutofit/>
          </a:bodyPr>
          <a:lstStyle>
            <a:lvl1pPr lvl="0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antico"/>
              <a:buNone/>
              <a:defRPr b="1" sz="14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27" name="Google Shape;227;p19"/>
          <p:cNvSpPr txBox="1"/>
          <p:nvPr>
            <p:ph idx="14" type="subTitle"/>
          </p:nvPr>
        </p:nvSpPr>
        <p:spPr>
          <a:xfrm>
            <a:off x="4293825" y="3381375"/>
            <a:ext cx="1624500" cy="1579200"/>
          </a:xfrm>
          <a:prstGeom prst="rect">
            <a:avLst/>
          </a:prstGeom>
        </p:spPr>
        <p:txBody>
          <a:bodyPr anchorCtr="0" anchor="t" bIns="91425" lIns="274300" spcFirstLastPara="1" rIns="91425" wrap="square" tIns="91425">
            <a:noAutofit/>
          </a:bodyPr>
          <a:lstStyle>
            <a:lvl1pPr lvl="0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antico"/>
              <a:buNone/>
              <a:defRPr b="1" sz="14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28" name="Google Shape;228;p19"/>
          <p:cNvSpPr txBox="1"/>
          <p:nvPr>
            <p:ph idx="15" type="subTitle"/>
          </p:nvPr>
        </p:nvSpPr>
        <p:spPr>
          <a:xfrm>
            <a:off x="6178025" y="3381375"/>
            <a:ext cx="1624500" cy="1579200"/>
          </a:xfrm>
          <a:prstGeom prst="rect">
            <a:avLst/>
          </a:prstGeom>
        </p:spPr>
        <p:txBody>
          <a:bodyPr anchorCtr="0" anchor="t" bIns="91425" lIns="274300" spcFirstLastPara="1" rIns="91425" wrap="square" tIns="91425">
            <a:noAutofit/>
          </a:bodyPr>
          <a:lstStyle>
            <a:lvl1pPr lvl="0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antico"/>
              <a:buNone/>
              <a:defRPr b="1" sz="14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29" name="Google Shape;229;p19"/>
          <p:cNvSpPr txBox="1"/>
          <p:nvPr>
            <p:ph idx="16" type="title"/>
          </p:nvPr>
        </p:nvSpPr>
        <p:spPr>
          <a:xfrm>
            <a:off x="439550" y="765750"/>
            <a:ext cx="5045700" cy="1039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30" name="Google Shape;230;p19"/>
          <p:cNvSpPr txBox="1"/>
          <p:nvPr>
            <p:ph idx="17" type="subTitle"/>
          </p:nvPr>
        </p:nvSpPr>
        <p:spPr>
          <a:xfrm>
            <a:off x="446900" y="397650"/>
            <a:ext cx="5344500" cy="574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o-to-market ideas - ALT 4">
  <p:cSld name="CUSTOM_5_1_1_1_1">
    <p:bg>
      <p:bgPr>
        <a:solidFill>
          <a:schemeClr val="lt1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0"/>
          <p:cNvSpPr txBox="1"/>
          <p:nvPr/>
        </p:nvSpPr>
        <p:spPr>
          <a:xfrm>
            <a:off x="8578200" y="4960647"/>
            <a:ext cx="2811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fld id="{00000000-1234-1234-1234-123412341234}" type="slidenum">
              <a:rPr lang="en" sz="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sz="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</a:pPr>
            <a:r>
              <a:t/>
            </a:r>
            <a:endParaRPr sz="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</a:pPr>
            <a:r>
              <a:t/>
            </a:r>
            <a:endParaRPr sz="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33" name="Google Shape;233;p20"/>
          <p:cNvSpPr txBox="1"/>
          <p:nvPr>
            <p:ph type="title"/>
          </p:nvPr>
        </p:nvSpPr>
        <p:spPr>
          <a:xfrm>
            <a:off x="439550" y="765750"/>
            <a:ext cx="5045700" cy="1039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34" name="Google Shape;234;p20"/>
          <p:cNvSpPr txBox="1"/>
          <p:nvPr>
            <p:ph idx="1" type="subTitle"/>
          </p:nvPr>
        </p:nvSpPr>
        <p:spPr>
          <a:xfrm>
            <a:off x="446900" y="397650"/>
            <a:ext cx="5344500" cy="574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35" name="Google Shape;235;p20"/>
          <p:cNvSpPr txBox="1"/>
          <p:nvPr>
            <p:ph idx="2" type="title"/>
          </p:nvPr>
        </p:nvSpPr>
        <p:spPr>
          <a:xfrm>
            <a:off x="602600" y="2574475"/>
            <a:ext cx="1336800" cy="4101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36" name="Google Shape;236;p20"/>
          <p:cNvSpPr txBox="1"/>
          <p:nvPr>
            <p:ph idx="3" type="body"/>
          </p:nvPr>
        </p:nvSpPr>
        <p:spPr>
          <a:xfrm>
            <a:off x="602600" y="3034200"/>
            <a:ext cx="1336800" cy="1416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37" name="Google Shape;237;p20"/>
          <p:cNvSpPr txBox="1"/>
          <p:nvPr>
            <p:ph idx="4" type="title"/>
          </p:nvPr>
        </p:nvSpPr>
        <p:spPr>
          <a:xfrm>
            <a:off x="2253138" y="2574475"/>
            <a:ext cx="1336800" cy="4101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38" name="Google Shape;238;p20"/>
          <p:cNvSpPr txBox="1"/>
          <p:nvPr>
            <p:ph idx="5" type="body"/>
          </p:nvPr>
        </p:nvSpPr>
        <p:spPr>
          <a:xfrm>
            <a:off x="2253138" y="3034200"/>
            <a:ext cx="1336800" cy="1416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39" name="Google Shape;239;p20"/>
          <p:cNvSpPr txBox="1"/>
          <p:nvPr>
            <p:ph idx="6" type="title"/>
          </p:nvPr>
        </p:nvSpPr>
        <p:spPr>
          <a:xfrm>
            <a:off x="3903575" y="2574475"/>
            <a:ext cx="1336800" cy="4101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40" name="Google Shape;240;p20"/>
          <p:cNvSpPr txBox="1"/>
          <p:nvPr>
            <p:ph idx="7" type="body"/>
          </p:nvPr>
        </p:nvSpPr>
        <p:spPr>
          <a:xfrm>
            <a:off x="3903575" y="3034200"/>
            <a:ext cx="1336800" cy="1416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41" name="Google Shape;241;p20"/>
          <p:cNvSpPr txBox="1"/>
          <p:nvPr>
            <p:ph idx="8" type="title"/>
          </p:nvPr>
        </p:nvSpPr>
        <p:spPr>
          <a:xfrm>
            <a:off x="5554050" y="2574475"/>
            <a:ext cx="1336800" cy="4101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42" name="Google Shape;242;p20"/>
          <p:cNvSpPr txBox="1"/>
          <p:nvPr>
            <p:ph idx="9" type="body"/>
          </p:nvPr>
        </p:nvSpPr>
        <p:spPr>
          <a:xfrm>
            <a:off x="5554050" y="3034200"/>
            <a:ext cx="1336800" cy="1416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43" name="Google Shape;243;p20"/>
          <p:cNvSpPr txBox="1"/>
          <p:nvPr>
            <p:ph idx="13" type="title"/>
          </p:nvPr>
        </p:nvSpPr>
        <p:spPr>
          <a:xfrm>
            <a:off x="7204500" y="2574475"/>
            <a:ext cx="1336800" cy="4101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44" name="Google Shape;244;p20"/>
          <p:cNvSpPr txBox="1"/>
          <p:nvPr>
            <p:ph idx="14" type="body"/>
          </p:nvPr>
        </p:nvSpPr>
        <p:spPr>
          <a:xfrm>
            <a:off x="7204500" y="3034200"/>
            <a:ext cx="1336800" cy="1416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2">
  <p:cSld name="CUSTOM_3">
    <p:bg>
      <p:bgPr>
        <a:solidFill>
          <a:schemeClr val="accent4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1"/>
          <p:cNvSpPr/>
          <p:nvPr/>
        </p:nvSpPr>
        <p:spPr>
          <a:xfrm>
            <a:off x="0" y="0"/>
            <a:ext cx="5521500" cy="5143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247" name="Google Shape;247;p21"/>
          <p:cNvSpPr txBox="1"/>
          <p:nvPr>
            <p:ph idx="1" type="subTitle"/>
          </p:nvPr>
        </p:nvSpPr>
        <p:spPr>
          <a:xfrm>
            <a:off x="462950" y="419900"/>
            <a:ext cx="5344500" cy="574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8" name="Google Shape;248;p21"/>
          <p:cNvSpPr txBox="1"/>
          <p:nvPr>
            <p:ph type="title"/>
          </p:nvPr>
        </p:nvSpPr>
        <p:spPr>
          <a:xfrm>
            <a:off x="459325" y="1827800"/>
            <a:ext cx="3977700" cy="611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49" name="Google Shape;249;p21"/>
          <p:cNvSpPr txBox="1"/>
          <p:nvPr>
            <p:ph idx="2" type="title"/>
          </p:nvPr>
        </p:nvSpPr>
        <p:spPr>
          <a:xfrm>
            <a:off x="642250" y="2940425"/>
            <a:ext cx="1927500" cy="574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50" name="Google Shape;250;p21"/>
          <p:cNvSpPr txBox="1"/>
          <p:nvPr>
            <p:ph idx="3" type="title"/>
          </p:nvPr>
        </p:nvSpPr>
        <p:spPr>
          <a:xfrm>
            <a:off x="639625" y="3619500"/>
            <a:ext cx="2212500" cy="1113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51" name="Google Shape;251;p21"/>
          <p:cNvSpPr txBox="1"/>
          <p:nvPr>
            <p:ph idx="4" type="title"/>
          </p:nvPr>
        </p:nvSpPr>
        <p:spPr>
          <a:xfrm>
            <a:off x="3222225" y="2940425"/>
            <a:ext cx="1927500" cy="574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52" name="Google Shape;252;p21"/>
          <p:cNvSpPr txBox="1"/>
          <p:nvPr>
            <p:ph idx="5" type="title"/>
          </p:nvPr>
        </p:nvSpPr>
        <p:spPr>
          <a:xfrm>
            <a:off x="3219600" y="3619500"/>
            <a:ext cx="2212500" cy="1113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53" name="Google Shape;253;p21"/>
          <p:cNvSpPr txBox="1"/>
          <p:nvPr>
            <p:ph idx="6" type="title"/>
          </p:nvPr>
        </p:nvSpPr>
        <p:spPr>
          <a:xfrm>
            <a:off x="5807450" y="2940425"/>
            <a:ext cx="1927500" cy="574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54" name="Google Shape;254;p21"/>
          <p:cNvSpPr txBox="1"/>
          <p:nvPr>
            <p:ph idx="7" type="title"/>
          </p:nvPr>
        </p:nvSpPr>
        <p:spPr>
          <a:xfrm>
            <a:off x="5804825" y="3619500"/>
            <a:ext cx="2212500" cy="1113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55" name="Google Shape;255;p21"/>
          <p:cNvSpPr txBox="1"/>
          <p:nvPr>
            <p:ph idx="8" type="title"/>
          </p:nvPr>
        </p:nvSpPr>
        <p:spPr>
          <a:xfrm>
            <a:off x="459325" y="788000"/>
            <a:ext cx="4648200" cy="1039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o-to-market ideas - ALT 3">
  <p:cSld name="CUSTOM_5_1_1_1_2">
    <p:bg>
      <p:bgPr>
        <a:solidFill>
          <a:schemeClr val="lt1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2"/>
          <p:cNvSpPr txBox="1"/>
          <p:nvPr/>
        </p:nvSpPr>
        <p:spPr>
          <a:xfrm>
            <a:off x="8578200" y="4960647"/>
            <a:ext cx="2811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fld id="{00000000-1234-1234-1234-123412341234}" type="slidenum">
              <a:rPr lang="en" sz="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sz="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</a:pPr>
            <a:r>
              <a:t/>
            </a:r>
            <a:endParaRPr sz="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</a:pPr>
            <a:r>
              <a:t/>
            </a:r>
            <a:endParaRPr sz="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8" name="Google Shape;258;p22"/>
          <p:cNvSpPr txBox="1"/>
          <p:nvPr>
            <p:ph type="title"/>
          </p:nvPr>
        </p:nvSpPr>
        <p:spPr>
          <a:xfrm>
            <a:off x="439550" y="765750"/>
            <a:ext cx="5045700" cy="1039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59" name="Google Shape;259;p22"/>
          <p:cNvSpPr txBox="1"/>
          <p:nvPr>
            <p:ph idx="1" type="subTitle"/>
          </p:nvPr>
        </p:nvSpPr>
        <p:spPr>
          <a:xfrm>
            <a:off x="446900" y="397650"/>
            <a:ext cx="5344500" cy="574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60" name="Google Shape;260;p22"/>
          <p:cNvSpPr txBox="1"/>
          <p:nvPr>
            <p:ph idx="2" type="title"/>
          </p:nvPr>
        </p:nvSpPr>
        <p:spPr>
          <a:xfrm>
            <a:off x="423025" y="2331750"/>
            <a:ext cx="1600200" cy="2520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None/>
              <a:defRPr sz="12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61" name="Google Shape;261;p22"/>
          <p:cNvSpPr txBox="1"/>
          <p:nvPr>
            <p:ph idx="3" type="body"/>
          </p:nvPr>
        </p:nvSpPr>
        <p:spPr>
          <a:xfrm>
            <a:off x="423025" y="2733050"/>
            <a:ext cx="1600200" cy="195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1pPr>
            <a:lvl2pPr indent="-28575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2pPr>
            <a:lvl3pPr indent="-28575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3pPr>
            <a:lvl4pPr indent="-28575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4pPr>
            <a:lvl5pPr indent="-28575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5pPr>
            <a:lvl6pPr indent="-28575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6pPr>
            <a:lvl7pPr indent="-28575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7pPr>
            <a:lvl8pPr indent="-28575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8pPr>
            <a:lvl9pPr indent="-28575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62" name="Google Shape;262;p22"/>
          <p:cNvSpPr txBox="1"/>
          <p:nvPr>
            <p:ph idx="4" type="title"/>
          </p:nvPr>
        </p:nvSpPr>
        <p:spPr>
          <a:xfrm>
            <a:off x="2568575" y="2331750"/>
            <a:ext cx="1722300" cy="2520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None/>
              <a:defRPr sz="12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63" name="Google Shape;263;p22"/>
          <p:cNvSpPr txBox="1"/>
          <p:nvPr>
            <p:ph idx="5" type="body"/>
          </p:nvPr>
        </p:nvSpPr>
        <p:spPr>
          <a:xfrm>
            <a:off x="2568575" y="2733050"/>
            <a:ext cx="1722300" cy="195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1pPr>
            <a:lvl2pPr indent="-28575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2pPr>
            <a:lvl3pPr indent="-28575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3pPr>
            <a:lvl4pPr indent="-28575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4pPr>
            <a:lvl5pPr indent="-28575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5pPr>
            <a:lvl6pPr indent="-28575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6pPr>
            <a:lvl7pPr indent="-28575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7pPr>
            <a:lvl8pPr indent="-28575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8pPr>
            <a:lvl9pPr indent="-28575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64" name="Google Shape;264;p22"/>
          <p:cNvSpPr txBox="1"/>
          <p:nvPr>
            <p:ph idx="6" type="title"/>
          </p:nvPr>
        </p:nvSpPr>
        <p:spPr>
          <a:xfrm>
            <a:off x="4751950" y="2331750"/>
            <a:ext cx="1722300" cy="2520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None/>
              <a:defRPr sz="12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65" name="Google Shape;265;p22"/>
          <p:cNvSpPr txBox="1"/>
          <p:nvPr>
            <p:ph idx="7" type="body"/>
          </p:nvPr>
        </p:nvSpPr>
        <p:spPr>
          <a:xfrm>
            <a:off x="4751950" y="2733050"/>
            <a:ext cx="1722300" cy="195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1pPr>
            <a:lvl2pPr indent="-28575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2pPr>
            <a:lvl3pPr indent="-28575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3pPr>
            <a:lvl4pPr indent="-28575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4pPr>
            <a:lvl5pPr indent="-28575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5pPr>
            <a:lvl6pPr indent="-28575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6pPr>
            <a:lvl7pPr indent="-28575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7pPr>
            <a:lvl8pPr indent="-28575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8pPr>
            <a:lvl9pPr indent="-28575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66" name="Google Shape;266;p22"/>
          <p:cNvSpPr txBox="1"/>
          <p:nvPr>
            <p:ph idx="8" type="title"/>
          </p:nvPr>
        </p:nvSpPr>
        <p:spPr>
          <a:xfrm>
            <a:off x="6909425" y="2331750"/>
            <a:ext cx="1722300" cy="2520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None/>
              <a:defRPr sz="12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67" name="Google Shape;267;p22"/>
          <p:cNvSpPr txBox="1"/>
          <p:nvPr>
            <p:ph idx="9" type="body"/>
          </p:nvPr>
        </p:nvSpPr>
        <p:spPr>
          <a:xfrm>
            <a:off x="6855900" y="2733050"/>
            <a:ext cx="1722300" cy="195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1pPr>
            <a:lvl2pPr indent="-28575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2pPr>
            <a:lvl3pPr indent="-28575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3pPr>
            <a:lvl4pPr indent="-28575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4pPr>
            <a:lvl5pPr indent="-28575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5pPr>
            <a:lvl6pPr indent="-28575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6pPr>
            <a:lvl7pPr indent="-28575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7pPr>
            <a:lvl8pPr indent="-28575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8pPr>
            <a:lvl9pPr indent="-28575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o-to-market ideas - ALT 2">
  <p:cSld name="CUSTOM_5_1_1_1_3">
    <p:bg>
      <p:bgPr>
        <a:solidFill>
          <a:schemeClr val="lt1"/>
        </a:solidFill>
      </p:bgPr>
    </p:bg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3"/>
          <p:cNvSpPr txBox="1"/>
          <p:nvPr>
            <p:ph type="title"/>
          </p:nvPr>
        </p:nvSpPr>
        <p:spPr>
          <a:xfrm>
            <a:off x="439550" y="765750"/>
            <a:ext cx="5045700" cy="1039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70" name="Google Shape;270;p23"/>
          <p:cNvSpPr txBox="1"/>
          <p:nvPr>
            <p:ph idx="1" type="subTitle"/>
          </p:nvPr>
        </p:nvSpPr>
        <p:spPr>
          <a:xfrm>
            <a:off x="446900" y="397650"/>
            <a:ext cx="5344500" cy="574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71" name="Google Shape;271;p23"/>
          <p:cNvSpPr txBox="1"/>
          <p:nvPr>
            <p:ph idx="2" type="subTitle"/>
          </p:nvPr>
        </p:nvSpPr>
        <p:spPr>
          <a:xfrm>
            <a:off x="705575" y="2387975"/>
            <a:ext cx="1236900" cy="3915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72" name="Google Shape;272;p23"/>
          <p:cNvSpPr txBox="1"/>
          <p:nvPr>
            <p:ph idx="3" type="subTitle"/>
          </p:nvPr>
        </p:nvSpPr>
        <p:spPr>
          <a:xfrm>
            <a:off x="705575" y="2948575"/>
            <a:ext cx="1236900" cy="3915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73" name="Google Shape;273;p23"/>
          <p:cNvSpPr txBox="1"/>
          <p:nvPr>
            <p:ph idx="4" type="subTitle"/>
          </p:nvPr>
        </p:nvSpPr>
        <p:spPr>
          <a:xfrm>
            <a:off x="705575" y="3518838"/>
            <a:ext cx="1236900" cy="3915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74" name="Google Shape;274;p23"/>
          <p:cNvSpPr txBox="1"/>
          <p:nvPr>
            <p:ph idx="5" type="subTitle"/>
          </p:nvPr>
        </p:nvSpPr>
        <p:spPr>
          <a:xfrm>
            <a:off x="705575" y="4092600"/>
            <a:ext cx="1236900" cy="3915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75" name="Google Shape;275;p23"/>
          <p:cNvSpPr txBox="1"/>
          <p:nvPr>
            <p:ph idx="6" type="subTitle"/>
          </p:nvPr>
        </p:nvSpPr>
        <p:spPr>
          <a:xfrm>
            <a:off x="705575" y="4654250"/>
            <a:ext cx="1236900" cy="3915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76" name="Google Shape;276;p23"/>
          <p:cNvSpPr txBox="1"/>
          <p:nvPr>
            <p:ph idx="7" type="body"/>
          </p:nvPr>
        </p:nvSpPr>
        <p:spPr>
          <a:xfrm>
            <a:off x="5843600" y="4634675"/>
            <a:ext cx="24771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77" name="Google Shape;277;p23"/>
          <p:cNvSpPr txBox="1"/>
          <p:nvPr>
            <p:ph idx="8" type="body"/>
          </p:nvPr>
        </p:nvSpPr>
        <p:spPr>
          <a:xfrm>
            <a:off x="5843600" y="4088050"/>
            <a:ext cx="24771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78" name="Google Shape;278;p23"/>
          <p:cNvSpPr txBox="1"/>
          <p:nvPr>
            <p:ph idx="9" type="body"/>
          </p:nvPr>
        </p:nvSpPr>
        <p:spPr>
          <a:xfrm>
            <a:off x="5843600" y="3509538"/>
            <a:ext cx="24771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79" name="Google Shape;279;p23"/>
          <p:cNvSpPr txBox="1"/>
          <p:nvPr>
            <p:ph idx="13" type="body"/>
          </p:nvPr>
        </p:nvSpPr>
        <p:spPr>
          <a:xfrm>
            <a:off x="5843600" y="2948725"/>
            <a:ext cx="24771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80" name="Google Shape;280;p23"/>
          <p:cNvSpPr txBox="1"/>
          <p:nvPr>
            <p:ph idx="14" type="title"/>
          </p:nvPr>
        </p:nvSpPr>
        <p:spPr>
          <a:xfrm>
            <a:off x="523500" y="1876038"/>
            <a:ext cx="14190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81" name="Google Shape;281;p23"/>
          <p:cNvSpPr txBox="1"/>
          <p:nvPr>
            <p:ph idx="15" type="title"/>
          </p:nvPr>
        </p:nvSpPr>
        <p:spPr>
          <a:xfrm>
            <a:off x="2227800" y="1876038"/>
            <a:ext cx="14190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82" name="Google Shape;282;p23"/>
          <p:cNvSpPr txBox="1"/>
          <p:nvPr>
            <p:ph idx="16" type="title"/>
          </p:nvPr>
        </p:nvSpPr>
        <p:spPr>
          <a:xfrm>
            <a:off x="3932100" y="1876038"/>
            <a:ext cx="14190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83" name="Google Shape;283;p23"/>
          <p:cNvSpPr txBox="1"/>
          <p:nvPr>
            <p:ph idx="17" type="title"/>
          </p:nvPr>
        </p:nvSpPr>
        <p:spPr>
          <a:xfrm>
            <a:off x="5845325" y="1876038"/>
            <a:ext cx="14190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84" name="Google Shape;284;p23"/>
          <p:cNvSpPr txBox="1"/>
          <p:nvPr>
            <p:ph idx="18" type="body"/>
          </p:nvPr>
        </p:nvSpPr>
        <p:spPr>
          <a:xfrm>
            <a:off x="3930375" y="4634677"/>
            <a:ext cx="17538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85" name="Google Shape;285;p23"/>
          <p:cNvSpPr txBox="1"/>
          <p:nvPr>
            <p:ph idx="19" type="body"/>
          </p:nvPr>
        </p:nvSpPr>
        <p:spPr>
          <a:xfrm>
            <a:off x="3930375" y="4088055"/>
            <a:ext cx="17538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86" name="Google Shape;286;p23"/>
          <p:cNvSpPr txBox="1"/>
          <p:nvPr>
            <p:ph idx="20" type="body"/>
          </p:nvPr>
        </p:nvSpPr>
        <p:spPr>
          <a:xfrm>
            <a:off x="3930375" y="3509545"/>
            <a:ext cx="17538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87" name="Google Shape;287;p23"/>
          <p:cNvSpPr txBox="1"/>
          <p:nvPr>
            <p:ph idx="21" type="body"/>
          </p:nvPr>
        </p:nvSpPr>
        <p:spPr>
          <a:xfrm>
            <a:off x="3930375" y="2948735"/>
            <a:ext cx="17538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88" name="Google Shape;288;p23"/>
          <p:cNvSpPr txBox="1"/>
          <p:nvPr>
            <p:ph idx="22" type="body"/>
          </p:nvPr>
        </p:nvSpPr>
        <p:spPr>
          <a:xfrm>
            <a:off x="2226950" y="4634675"/>
            <a:ext cx="16620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89" name="Google Shape;289;p23"/>
          <p:cNvSpPr txBox="1"/>
          <p:nvPr>
            <p:ph idx="23" type="body"/>
          </p:nvPr>
        </p:nvSpPr>
        <p:spPr>
          <a:xfrm>
            <a:off x="2226950" y="4088053"/>
            <a:ext cx="16620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90" name="Google Shape;290;p23"/>
          <p:cNvSpPr txBox="1"/>
          <p:nvPr>
            <p:ph idx="24" type="body"/>
          </p:nvPr>
        </p:nvSpPr>
        <p:spPr>
          <a:xfrm>
            <a:off x="2226950" y="3509544"/>
            <a:ext cx="16620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91" name="Google Shape;291;p23"/>
          <p:cNvSpPr txBox="1"/>
          <p:nvPr>
            <p:ph idx="25" type="body"/>
          </p:nvPr>
        </p:nvSpPr>
        <p:spPr>
          <a:xfrm>
            <a:off x="2226950" y="2948734"/>
            <a:ext cx="16620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92" name="Google Shape;292;p23"/>
          <p:cNvSpPr txBox="1"/>
          <p:nvPr>
            <p:ph idx="26" type="body"/>
          </p:nvPr>
        </p:nvSpPr>
        <p:spPr>
          <a:xfrm>
            <a:off x="5843600" y="2388163"/>
            <a:ext cx="24771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93" name="Google Shape;293;p23"/>
          <p:cNvSpPr txBox="1"/>
          <p:nvPr>
            <p:ph idx="27" type="body"/>
          </p:nvPr>
        </p:nvSpPr>
        <p:spPr>
          <a:xfrm>
            <a:off x="3930375" y="2388175"/>
            <a:ext cx="17538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94" name="Google Shape;294;p23"/>
          <p:cNvSpPr txBox="1"/>
          <p:nvPr>
            <p:ph idx="28" type="body"/>
          </p:nvPr>
        </p:nvSpPr>
        <p:spPr>
          <a:xfrm>
            <a:off x="2226950" y="2388175"/>
            <a:ext cx="16620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0">
  <p:cSld name="CUSTOM_2_1_1">
    <p:bg>
      <p:bgPr>
        <a:solidFill>
          <a:schemeClr val="lt1"/>
        </a:solidFill>
      </p:bgPr>
    </p:bg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4"/>
          <p:cNvSpPr txBox="1"/>
          <p:nvPr>
            <p:ph type="title"/>
          </p:nvPr>
        </p:nvSpPr>
        <p:spPr>
          <a:xfrm>
            <a:off x="5135225" y="2600350"/>
            <a:ext cx="554100" cy="367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97" name="Google Shape;297;p24"/>
          <p:cNvSpPr txBox="1"/>
          <p:nvPr>
            <p:ph idx="2" type="title"/>
          </p:nvPr>
        </p:nvSpPr>
        <p:spPr>
          <a:xfrm>
            <a:off x="5135225" y="3562743"/>
            <a:ext cx="554100" cy="367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98" name="Google Shape;298;p24"/>
          <p:cNvSpPr txBox="1"/>
          <p:nvPr>
            <p:ph idx="3" type="title"/>
          </p:nvPr>
        </p:nvSpPr>
        <p:spPr>
          <a:xfrm>
            <a:off x="5135225" y="4500074"/>
            <a:ext cx="554100" cy="367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99" name="Google Shape;299;p24"/>
          <p:cNvSpPr txBox="1"/>
          <p:nvPr>
            <p:ph idx="4" type="title"/>
          </p:nvPr>
        </p:nvSpPr>
        <p:spPr>
          <a:xfrm>
            <a:off x="439550" y="765750"/>
            <a:ext cx="5045700" cy="1039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300" name="Google Shape;300;p24"/>
          <p:cNvSpPr txBox="1"/>
          <p:nvPr>
            <p:ph idx="1" type="subTitle"/>
          </p:nvPr>
        </p:nvSpPr>
        <p:spPr>
          <a:xfrm>
            <a:off x="446900" y="397650"/>
            <a:ext cx="5344500" cy="3099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01" name="Google Shape;301;p24"/>
          <p:cNvSpPr txBox="1"/>
          <p:nvPr>
            <p:ph idx="5" type="body"/>
          </p:nvPr>
        </p:nvSpPr>
        <p:spPr>
          <a:xfrm>
            <a:off x="5761162" y="2472057"/>
            <a:ext cx="2955900" cy="5184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02" name="Google Shape;302;p24"/>
          <p:cNvSpPr txBox="1"/>
          <p:nvPr>
            <p:ph idx="6" type="body"/>
          </p:nvPr>
        </p:nvSpPr>
        <p:spPr>
          <a:xfrm>
            <a:off x="5761162" y="3436244"/>
            <a:ext cx="2955900" cy="5184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03" name="Google Shape;303;p24"/>
          <p:cNvSpPr txBox="1"/>
          <p:nvPr>
            <p:ph idx="7" type="body"/>
          </p:nvPr>
        </p:nvSpPr>
        <p:spPr>
          <a:xfrm>
            <a:off x="5761162" y="4399826"/>
            <a:ext cx="2955900" cy="5184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04" name="Google Shape;304;p24"/>
          <p:cNvSpPr txBox="1"/>
          <p:nvPr>
            <p:ph idx="8" type="body"/>
          </p:nvPr>
        </p:nvSpPr>
        <p:spPr>
          <a:xfrm>
            <a:off x="706399" y="2753996"/>
            <a:ext cx="3288300" cy="17310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indent="-3302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●"/>
              <a:defRPr sz="1600">
                <a:solidFill>
                  <a:schemeClr val="accent6"/>
                </a:solidFill>
              </a:defRPr>
            </a:lvl1pPr>
            <a:lvl2pPr indent="-33020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○"/>
              <a:defRPr sz="1600">
                <a:solidFill>
                  <a:schemeClr val="accent6"/>
                </a:solidFill>
              </a:defRPr>
            </a:lvl2pPr>
            <a:lvl3pPr indent="-33020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■"/>
              <a:defRPr sz="1600">
                <a:solidFill>
                  <a:schemeClr val="accent6"/>
                </a:solidFill>
              </a:defRPr>
            </a:lvl3pPr>
            <a:lvl4pPr indent="-33020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●"/>
              <a:defRPr sz="1600">
                <a:solidFill>
                  <a:schemeClr val="accent6"/>
                </a:solidFill>
              </a:defRPr>
            </a:lvl4pPr>
            <a:lvl5pPr indent="-33020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○"/>
              <a:defRPr sz="1600">
                <a:solidFill>
                  <a:schemeClr val="accent6"/>
                </a:solidFill>
              </a:defRPr>
            </a:lvl5pPr>
            <a:lvl6pPr indent="-33020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■"/>
              <a:defRPr sz="1600">
                <a:solidFill>
                  <a:schemeClr val="accent6"/>
                </a:solidFill>
              </a:defRPr>
            </a:lvl6pPr>
            <a:lvl7pPr indent="-33020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●"/>
              <a:defRPr sz="1600">
                <a:solidFill>
                  <a:schemeClr val="accent6"/>
                </a:solidFill>
              </a:defRPr>
            </a:lvl7pPr>
            <a:lvl8pPr indent="-33020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○"/>
              <a:defRPr sz="1600">
                <a:solidFill>
                  <a:schemeClr val="accent6"/>
                </a:solidFill>
              </a:defRPr>
            </a:lvl8pPr>
            <a:lvl9pPr indent="-33020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600"/>
              <a:buChar char="■"/>
              <a:defRPr sz="1600">
                <a:solidFill>
                  <a:schemeClr val="accent6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CUSTOM_2">
    <p:bg>
      <p:bgPr>
        <a:solidFill>
          <a:schemeClr val="lt1"/>
        </a:solidFill>
      </p:bgPr>
    </p:bg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25"/>
          <p:cNvSpPr/>
          <p:nvPr/>
        </p:nvSpPr>
        <p:spPr>
          <a:xfrm>
            <a:off x="0" y="1088675"/>
            <a:ext cx="3627900" cy="4054800"/>
          </a:xfrm>
          <a:prstGeom prst="snip1Rect">
            <a:avLst>
              <a:gd fmla="val 10918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307" name="Google Shape;307;p25"/>
          <p:cNvSpPr txBox="1"/>
          <p:nvPr>
            <p:ph type="title"/>
          </p:nvPr>
        </p:nvSpPr>
        <p:spPr>
          <a:xfrm>
            <a:off x="446100" y="396225"/>
            <a:ext cx="5101800" cy="853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308" name="Google Shape;308;p25"/>
          <p:cNvSpPr txBox="1"/>
          <p:nvPr>
            <p:ph idx="1" type="body"/>
          </p:nvPr>
        </p:nvSpPr>
        <p:spPr>
          <a:xfrm>
            <a:off x="3869875" y="1390269"/>
            <a:ext cx="3173400" cy="342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09" name="Google Shape;309;p25"/>
          <p:cNvSpPr txBox="1"/>
          <p:nvPr>
            <p:ph idx="2" type="body"/>
          </p:nvPr>
        </p:nvSpPr>
        <p:spPr>
          <a:xfrm>
            <a:off x="474675" y="1390150"/>
            <a:ext cx="2571300" cy="342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9">
  <p:cSld name="CUSTOM_1">
    <p:bg>
      <p:bgPr>
        <a:solidFill>
          <a:schemeClr val="accent1"/>
        </a:solidFill>
      </p:bgPr>
    </p:bg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6"/>
          <p:cNvSpPr/>
          <p:nvPr/>
        </p:nvSpPr>
        <p:spPr>
          <a:xfrm flipH="1">
            <a:off x="433300" y="-6150"/>
            <a:ext cx="8560200" cy="5151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312" name="Google Shape;312;p26"/>
          <p:cNvSpPr/>
          <p:nvPr/>
        </p:nvSpPr>
        <p:spPr>
          <a:xfrm flipH="1">
            <a:off x="433300" y="-2175"/>
            <a:ext cx="8415900" cy="515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313" name="Google Shape;313;p26"/>
          <p:cNvSpPr/>
          <p:nvPr/>
        </p:nvSpPr>
        <p:spPr>
          <a:xfrm flipH="1">
            <a:off x="-10550" y="-6150"/>
            <a:ext cx="8710800" cy="5155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314" name="Google Shape;314;p26"/>
          <p:cNvSpPr txBox="1"/>
          <p:nvPr>
            <p:ph type="title"/>
          </p:nvPr>
        </p:nvSpPr>
        <p:spPr>
          <a:xfrm>
            <a:off x="409625" y="401500"/>
            <a:ext cx="4011600" cy="437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315" name="Google Shape;315;p26"/>
          <p:cNvSpPr txBox="1"/>
          <p:nvPr>
            <p:ph idx="2" type="title"/>
          </p:nvPr>
        </p:nvSpPr>
        <p:spPr>
          <a:xfrm>
            <a:off x="420000" y="860450"/>
            <a:ext cx="3511200" cy="1091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16" name="Google Shape;316;p26"/>
          <p:cNvSpPr txBox="1"/>
          <p:nvPr>
            <p:ph idx="3" type="title"/>
          </p:nvPr>
        </p:nvSpPr>
        <p:spPr>
          <a:xfrm>
            <a:off x="5128700" y="3896025"/>
            <a:ext cx="2026500" cy="385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17" name="Google Shape;317;p26"/>
          <p:cNvSpPr txBox="1"/>
          <p:nvPr>
            <p:ph idx="1" type="subTitle"/>
          </p:nvPr>
        </p:nvSpPr>
        <p:spPr>
          <a:xfrm>
            <a:off x="7258100" y="3896025"/>
            <a:ext cx="811500" cy="385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18" name="Google Shape;318;p26"/>
          <p:cNvSpPr txBox="1"/>
          <p:nvPr>
            <p:ph idx="4" type="title"/>
          </p:nvPr>
        </p:nvSpPr>
        <p:spPr>
          <a:xfrm>
            <a:off x="5128700" y="2838325"/>
            <a:ext cx="2026500" cy="385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19" name="Google Shape;319;p26"/>
          <p:cNvSpPr txBox="1"/>
          <p:nvPr>
            <p:ph idx="5" type="subTitle"/>
          </p:nvPr>
        </p:nvSpPr>
        <p:spPr>
          <a:xfrm>
            <a:off x="7258100" y="2838325"/>
            <a:ext cx="811500" cy="385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20" name="Google Shape;320;p26"/>
          <p:cNvSpPr txBox="1"/>
          <p:nvPr>
            <p:ph idx="6" type="title"/>
          </p:nvPr>
        </p:nvSpPr>
        <p:spPr>
          <a:xfrm>
            <a:off x="5128700" y="1812925"/>
            <a:ext cx="2026500" cy="385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21" name="Google Shape;321;p26"/>
          <p:cNvSpPr txBox="1"/>
          <p:nvPr>
            <p:ph idx="7" type="subTitle"/>
          </p:nvPr>
        </p:nvSpPr>
        <p:spPr>
          <a:xfrm>
            <a:off x="7258100" y="1812925"/>
            <a:ext cx="811500" cy="385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22" name="Google Shape;322;p26"/>
          <p:cNvSpPr txBox="1"/>
          <p:nvPr>
            <p:ph idx="8" type="title"/>
          </p:nvPr>
        </p:nvSpPr>
        <p:spPr>
          <a:xfrm>
            <a:off x="5128700" y="838600"/>
            <a:ext cx="2026500" cy="385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23" name="Google Shape;323;p26"/>
          <p:cNvSpPr txBox="1"/>
          <p:nvPr>
            <p:ph idx="9" type="subTitle"/>
          </p:nvPr>
        </p:nvSpPr>
        <p:spPr>
          <a:xfrm>
            <a:off x="7258100" y="838600"/>
            <a:ext cx="811500" cy="385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">
  <p:cSld name="CUSTOM_1_1">
    <p:bg>
      <p:bgPr>
        <a:solidFill>
          <a:schemeClr val="accent1"/>
        </a:solidFill>
      </p:bgPr>
    </p:bg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27"/>
          <p:cNvSpPr/>
          <p:nvPr/>
        </p:nvSpPr>
        <p:spPr>
          <a:xfrm flipH="1">
            <a:off x="433300" y="0"/>
            <a:ext cx="85602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326" name="Google Shape;326;p27"/>
          <p:cNvSpPr/>
          <p:nvPr/>
        </p:nvSpPr>
        <p:spPr>
          <a:xfrm flipH="1">
            <a:off x="433300" y="0"/>
            <a:ext cx="84159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327" name="Google Shape;327;p27"/>
          <p:cNvSpPr/>
          <p:nvPr/>
        </p:nvSpPr>
        <p:spPr>
          <a:xfrm flipH="1">
            <a:off x="-10550" y="0"/>
            <a:ext cx="8710800" cy="5143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328" name="Google Shape;328;p27"/>
          <p:cNvSpPr/>
          <p:nvPr/>
        </p:nvSpPr>
        <p:spPr>
          <a:xfrm>
            <a:off x="1504259" y="3582046"/>
            <a:ext cx="3354000" cy="1037700"/>
          </a:xfrm>
          <a:prstGeom prst="snip1Rect">
            <a:avLst>
              <a:gd fmla="val 24462" name="adj"/>
            </a:avLst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329" name="Google Shape;329;p27"/>
          <p:cNvSpPr txBox="1"/>
          <p:nvPr>
            <p:ph type="title"/>
          </p:nvPr>
        </p:nvSpPr>
        <p:spPr>
          <a:xfrm>
            <a:off x="2131600" y="3667325"/>
            <a:ext cx="2026500" cy="3672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9pPr>
          </a:lstStyle>
          <a:p/>
        </p:txBody>
      </p:sp>
      <p:sp>
        <p:nvSpPr>
          <p:cNvPr id="330" name="Google Shape;330;p27"/>
          <p:cNvSpPr txBox="1"/>
          <p:nvPr>
            <p:ph idx="1" type="subTitle"/>
          </p:nvPr>
        </p:nvSpPr>
        <p:spPr>
          <a:xfrm>
            <a:off x="1917225" y="4072850"/>
            <a:ext cx="2536500" cy="5469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31" name="Google Shape;331;p27"/>
          <p:cNvSpPr/>
          <p:nvPr>
            <p:ph idx="2" type="pic"/>
          </p:nvPr>
        </p:nvSpPr>
        <p:spPr>
          <a:xfrm>
            <a:off x="387475" y="3575855"/>
            <a:ext cx="1309500" cy="1050000"/>
          </a:xfrm>
          <a:prstGeom prst="snip1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32" name="Google Shape;332;p27"/>
          <p:cNvSpPr txBox="1"/>
          <p:nvPr>
            <p:ph idx="3" type="title"/>
          </p:nvPr>
        </p:nvSpPr>
        <p:spPr>
          <a:xfrm>
            <a:off x="409500" y="1578275"/>
            <a:ext cx="3354000" cy="1091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33" name="Google Shape;333;p27"/>
          <p:cNvSpPr txBox="1"/>
          <p:nvPr>
            <p:ph idx="4" type="title"/>
          </p:nvPr>
        </p:nvSpPr>
        <p:spPr>
          <a:xfrm>
            <a:off x="409500" y="401500"/>
            <a:ext cx="3748500" cy="1091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2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8" name="Google Shape;338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3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3" name="Google Shape;343;p31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3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3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48" name="Google Shape;348;p3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49" name="Google Shape;349;p3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34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35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54" name="Google Shape;354;p35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ctr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ctr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ctr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ctr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ctr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ctr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ctr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ctr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37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58" name="Google Shape;358;p37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59" name="Google Shape;359;p37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0" name="Google Shape;360;p37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1" name="Google Shape;361;p37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2" name="Google Shape;362;p37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3" name="Google Shape;363;p37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6" name="Google Shape;366;p38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67" name="Google Shape;367;p38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39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70" name="Google Shape;370;p39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71" name="Google Shape;371;p39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72" name="Google Shape;372;p39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73" name="Google Shape;373;p39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40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76" name="Google Shape;376;p40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77" name="Google Shape;377;p40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78" name="Google Shape;378;p40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79" name="Google Shape;379;p40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0" name="Google Shape;380;p40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1" name="Google Shape;381;p40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41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84" name="Google Shape;384;p41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85" name="Google Shape;385;p41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86" name="Google Shape;386;p41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87" name="Google Shape;387;p41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8" name="Google Shape;388;p41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9" name="Google Shape;389;p41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0" name="Google Shape;390;p41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1" name="Google Shape;391;p41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94" name="Google Shape;394;p42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43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97" name="Google Shape;397;p43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98" name="Google Shape;398;p43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99" name="Google Shape;399;p43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00" name="Google Shape;400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1" name="Google Shape;401;p43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02" name="Google Shape;402;p43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44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05" name="Google Shape;405;p44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06" name="Google Shape;406;p44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07" name="Google Shape;407;p44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08" name="Google Shape;408;p44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09" name="Google Shape;409;p44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0" name="Google Shape;410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11" name="Google Shape;411;p44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2" name="Google Shape;412;p44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3" name="Google Shape;413;p44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45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46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18" name="Google Shape;418;p46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19" name="Google Shape;419;p46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0" name="Google Shape;420;p46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1" name="Google Shape;421;p46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2" name="Google Shape;422;p46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3" name="Google Shape;423;p46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24" name="Google Shape;424;p46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5" name="Google Shape;425;p46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6" name="Google Shape;426;p46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2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22" Type="http://schemas.openxmlformats.org/officeDocument/2006/relationships/slideLayout" Target="../slideLayouts/slideLayout22.xml"/><Relationship Id="rId44" Type="http://schemas.openxmlformats.org/officeDocument/2006/relationships/slideLayout" Target="../slideLayouts/slideLayout44.xml"/><Relationship Id="rId21" Type="http://schemas.openxmlformats.org/officeDocument/2006/relationships/slideLayout" Target="../slideLayouts/slideLayout21.xml"/><Relationship Id="rId43" Type="http://schemas.openxmlformats.org/officeDocument/2006/relationships/slideLayout" Target="../slideLayouts/slideLayout43.xml"/><Relationship Id="rId24" Type="http://schemas.openxmlformats.org/officeDocument/2006/relationships/slideLayout" Target="../slideLayouts/slideLayout24.xml"/><Relationship Id="rId46" Type="http://schemas.openxmlformats.org/officeDocument/2006/relationships/theme" Target="../theme/theme2.xml"/><Relationship Id="rId23" Type="http://schemas.openxmlformats.org/officeDocument/2006/relationships/slideLayout" Target="../slideLayouts/slideLayout23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84700" y="460250"/>
            <a:ext cx="85746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sz="3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84700" y="1299725"/>
            <a:ext cx="6153900" cy="29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ato"/>
              <a:buChar char="●"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2100" lvl="1" marL="9144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ato"/>
              <a:buChar char="○"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2100" lvl="2" marL="13716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ato"/>
              <a:buChar char="■"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2100" lvl="3" marL="18288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ato"/>
              <a:buChar char="●"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2100" lvl="4" marL="22860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ato"/>
              <a:buChar char="○"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2100" lvl="5" marL="27432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ato"/>
              <a:buChar char="■"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2100" lvl="6" marL="32004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ato"/>
              <a:buChar char="●"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2100" lvl="7" marL="36576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ato"/>
              <a:buChar char="○"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2100" lvl="8" marL="4114800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chemeClr val="dk2"/>
              </a:buClr>
              <a:buSzPts val="1000"/>
              <a:buFont typeface="Lato"/>
              <a:buChar char="■"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99">
          <p15:clr>
            <a:schemeClr val="accent1"/>
          </p15:clr>
        </p15:guide>
        <p15:guide id="2" orient="horz" pos="899">
          <p15:clr>
            <a:schemeClr val="accent1"/>
          </p15:clr>
        </p15:guide>
        <p15:guide id="3" orient="horz" pos="960">
          <p15:clr>
            <a:schemeClr val="accent1"/>
          </p15:clr>
        </p15:guide>
        <p15:guide id="4" orient="horz" pos="1560">
          <p15:clr>
            <a:schemeClr val="accent1"/>
          </p15:clr>
        </p15:guide>
        <p15:guide id="5" orient="horz" pos="1620">
          <p15:clr>
            <a:schemeClr val="accent1"/>
          </p15:clr>
        </p15:guide>
        <p15:guide id="6" orient="horz" pos="2280">
          <p15:clr>
            <a:schemeClr val="accent1"/>
          </p15:clr>
        </p15:guide>
        <p15:guide id="7" orient="horz" pos="2341">
          <p15:clr>
            <a:schemeClr val="accent1"/>
          </p15:clr>
        </p15:guide>
        <p15:guide id="8" pos="299">
          <p15:clr>
            <a:schemeClr val="accent1"/>
          </p15:clr>
        </p15:guide>
        <p15:guide id="9" pos="1559">
          <p15:clr>
            <a:schemeClr val="accent1"/>
          </p15:clr>
        </p15:guide>
        <p15:guide id="10" pos="1618">
          <p15:clr>
            <a:schemeClr val="accent1"/>
          </p15:clr>
        </p15:guide>
        <p15:guide id="11" pos="1981">
          <p15:clr>
            <a:schemeClr val="accent2"/>
          </p15:clr>
        </p15:guide>
        <p15:guide id="12" pos="2039">
          <p15:clr>
            <a:schemeClr val="accent2"/>
          </p15:clr>
        </p15:guide>
        <p15:guide id="13" pos="2880">
          <p15:clr>
            <a:schemeClr val="accent1"/>
          </p15:clr>
        </p15:guide>
        <p15:guide id="14" pos="2939">
          <p15:clr>
            <a:schemeClr val="accent1"/>
          </p15:clr>
        </p15:guide>
        <p15:guide id="15" pos="3719">
          <p15:clr>
            <a:schemeClr val="accent2"/>
          </p15:clr>
        </p15:guide>
        <p15:guide id="16" pos="3779">
          <p15:clr>
            <a:schemeClr val="accent2"/>
          </p15:clr>
        </p15:guide>
        <p15:guide id="17" pos="4140">
          <p15:clr>
            <a:schemeClr val="accent1"/>
          </p15:clr>
        </p15:guide>
        <p15:guide id="18" pos="4199">
          <p15:clr>
            <a:schemeClr val="accent1"/>
          </p15:clr>
        </p15:guide>
        <p15:guide id="19" pos="5459">
          <p15:clr>
            <a:schemeClr val="accent1"/>
          </p15:clr>
        </p15:guide>
        <p15:guide id="20" orient="horz" pos="2941">
          <p15:clr>
            <a:schemeClr val="accent1"/>
          </p15:clr>
        </p15:guide>
        <p15:guide id="21" pos="179">
          <p15:clr>
            <a:srgbClr val="EA4335"/>
          </p15:clr>
        </p15:guide>
        <p15:guide id="22" orient="horz" pos="180">
          <p15:clr>
            <a:srgbClr val="EA4335"/>
          </p15:clr>
        </p15:guide>
        <p15:guide id="23" pos="5581">
          <p15:clr>
            <a:srgbClr val="EA4335"/>
          </p15:clr>
        </p15:guide>
        <p15:guide id="24" orient="horz" pos="3060">
          <p15:clr>
            <a:srgbClr val="EA4335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47"/>
          <p:cNvSpPr txBox="1"/>
          <p:nvPr>
            <p:ph idx="1" type="subTitle"/>
          </p:nvPr>
        </p:nvSpPr>
        <p:spPr>
          <a:xfrm>
            <a:off x="958450" y="4298625"/>
            <a:ext cx="2008500" cy="45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April 29, 2025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Tiana Cofer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DATA 480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32" name="Google Shape;432;p47"/>
          <p:cNvSpPr txBox="1"/>
          <p:nvPr>
            <p:ph type="title"/>
          </p:nvPr>
        </p:nvSpPr>
        <p:spPr>
          <a:xfrm>
            <a:off x="876900" y="874250"/>
            <a:ext cx="4387500" cy="2632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7200"/>
              <a:t>Telco Customer Analysis</a:t>
            </a:r>
            <a:endParaRPr sz="7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Shape where the section titles go" id="437" name="Google Shape;437;p48"/>
          <p:cNvSpPr/>
          <p:nvPr/>
        </p:nvSpPr>
        <p:spPr>
          <a:xfrm flipH="1">
            <a:off x="3144900" y="3437851"/>
            <a:ext cx="5999100" cy="862800"/>
          </a:xfrm>
          <a:prstGeom prst="snip1Rect">
            <a:avLst>
              <a:gd fmla="val 16667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descr="Shape where the section titles go" id="438" name="Google Shape;438;p48"/>
          <p:cNvSpPr/>
          <p:nvPr/>
        </p:nvSpPr>
        <p:spPr>
          <a:xfrm flipH="1">
            <a:off x="3144900" y="2581602"/>
            <a:ext cx="5999100" cy="862800"/>
          </a:xfrm>
          <a:prstGeom prst="snip1Rect">
            <a:avLst>
              <a:gd fmla="val 16667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descr="Shape where the section titles go" id="439" name="Google Shape;439;p48"/>
          <p:cNvSpPr/>
          <p:nvPr/>
        </p:nvSpPr>
        <p:spPr>
          <a:xfrm flipH="1">
            <a:off x="3144900" y="1718827"/>
            <a:ext cx="5999100" cy="862800"/>
          </a:xfrm>
          <a:prstGeom prst="snip1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descr="Shape where the section titles go" id="440" name="Google Shape;440;p48"/>
          <p:cNvSpPr/>
          <p:nvPr/>
        </p:nvSpPr>
        <p:spPr>
          <a:xfrm flipH="1">
            <a:off x="3144900" y="856153"/>
            <a:ext cx="5999100" cy="862800"/>
          </a:xfrm>
          <a:prstGeom prst="snip1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descr="Shape where the section titles go" id="441" name="Google Shape;441;p48"/>
          <p:cNvSpPr/>
          <p:nvPr/>
        </p:nvSpPr>
        <p:spPr>
          <a:xfrm flipH="1">
            <a:off x="3144899" y="-200"/>
            <a:ext cx="5999100" cy="862800"/>
          </a:xfrm>
          <a:prstGeom prst="snip1Rect">
            <a:avLst>
              <a:gd fmla="val 16667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descr="Shape where the section titles go" id="442" name="Google Shape;442;p48"/>
          <p:cNvSpPr/>
          <p:nvPr/>
        </p:nvSpPr>
        <p:spPr>
          <a:xfrm flipH="1">
            <a:off x="3144900" y="4300651"/>
            <a:ext cx="5999100" cy="862800"/>
          </a:xfrm>
          <a:prstGeom prst="snip1Rect">
            <a:avLst>
              <a:gd fmla="val 16667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descr="Spaces to add section titles" id="443" name="Google Shape;443;p48"/>
          <p:cNvSpPr txBox="1"/>
          <p:nvPr>
            <p:ph idx="1" type="subTitle"/>
          </p:nvPr>
        </p:nvSpPr>
        <p:spPr>
          <a:xfrm>
            <a:off x="411875" y="285750"/>
            <a:ext cx="2156700" cy="45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Contents</a:t>
            </a:r>
            <a:endParaRPr/>
          </a:p>
        </p:txBody>
      </p:sp>
      <p:sp>
        <p:nvSpPr>
          <p:cNvPr descr="Spaces to add section titles" id="444" name="Google Shape;444;p48"/>
          <p:cNvSpPr txBox="1"/>
          <p:nvPr>
            <p:ph idx="2" type="subTitle"/>
          </p:nvPr>
        </p:nvSpPr>
        <p:spPr>
          <a:xfrm>
            <a:off x="3469838" y="218278"/>
            <a:ext cx="5659800" cy="4527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Introduction   </a:t>
            </a:r>
            <a:r>
              <a:rPr lang="en" sz="1200">
                <a:latin typeface="Quantico"/>
                <a:ea typeface="Quantico"/>
                <a:cs typeface="Quantico"/>
                <a:sym typeface="Quantico"/>
              </a:rPr>
              <a:t>(01)</a:t>
            </a:r>
            <a:r>
              <a:rPr lang="en"/>
              <a:t> </a:t>
            </a:r>
            <a:endParaRPr/>
          </a:p>
        </p:txBody>
      </p:sp>
      <p:sp>
        <p:nvSpPr>
          <p:cNvPr descr="Spaces to add section titles" id="445" name="Google Shape;445;p48"/>
          <p:cNvSpPr txBox="1"/>
          <p:nvPr>
            <p:ph idx="3" type="subTitle"/>
          </p:nvPr>
        </p:nvSpPr>
        <p:spPr>
          <a:xfrm>
            <a:off x="3469838" y="1064402"/>
            <a:ext cx="5659800" cy="4527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Data  </a:t>
            </a:r>
            <a:r>
              <a:rPr lang="en" sz="1200">
                <a:latin typeface="Quantico"/>
                <a:ea typeface="Quantico"/>
                <a:cs typeface="Quantico"/>
                <a:sym typeface="Quantico"/>
              </a:rPr>
              <a:t>(02)</a:t>
            </a:r>
            <a:r>
              <a:rPr lang="en"/>
              <a:t> </a:t>
            </a:r>
            <a:endParaRPr/>
          </a:p>
        </p:txBody>
      </p:sp>
      <p:sp>
        <p:nvSpPr>
          <p:cNvPr descr="Spaces to add section titles" id="446" name="Google Shape;446;p48"/>
          <p:cNvSpPr txBox="1"/>
          <p:nvPr>
            <p:ph idx="4" type="subTitle"/>
          </p:nvPr>
        </p:nvSpPr>
        <p:spPr>
          <a:xfrm>
            <a:off x="3469838" y="1923965"/>
            <a:ext cx="5659800" cy="4527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Methods   </a:t>
            </a:r>
            <a:r>
              <a:rPr lang="en" sz="1200">
                <a:latin typeface="Quantico"/>
                <a:ea typeface="Quantico"/>
                <a:cs typeface="Quantico"/>
                <a:sym typeface="Quantico"/>
              </a:rPr>
              <a:t>(03)</a:t>
            </a:r>
            <a:r>
              <a:rPr lang="en"/>
              <a:t> </a:t>
            </a:r>
            <a:endParaRPr/>
          </a:p>
        </p:txBody>
      </p:sp>
      <p:sp>
        <p:nvSpPr>
          <p:cNvPr descr="Spaces to add section titles" id="447" name="Google Shape;447;p48"/>
          <p:cNvSpPr txBox="1"/>
          <p:nvPr>
            <p:ph idx="5" type="subTitle"/>
          </p:nvPr>
        </p:nvSpPr>
        <p:spPr>
          <a:xfrm>
            <a:off x="3469838" y="2810376"/>
            <a:ext cx="5659800" cy="4527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Results   </a:t>
            </a:r>
            <a:r>
              <a:rPr lang="en" sz="1200">
                <a:latin typeface="Quantico"/>
                <a:ea typeface="Quantico"/>
                <a:cs typeface="Quantico"/>
                <a:sym typeface="Quantico"/>
              </a:rPr>
              <a:t>(04)</a:t>
            </a:r>
            <a:r>
              <a:rPr lang="en"/>
              <a:t> </a:t>
            </a:r>
            <a:endParaRPr/>
          </a:p>
        </p:txBody>
      </p:sp>
      <p:sp>
        <p:nvSpPr>
          <p:cNvPr descr="Spaces to add section titles" id="448" name="Google Shape;448;p48"/>
          <p:cNvSpPr txBox="1"/>
          <p:nvPr>
            <p:ph idx="6" type="subTitle"/>
          </p:nvPr>
        </p:nvSpPr>
        <p:spPr>
          <a:xfrm>
            <a:off x="3469838" y="3646164"/>
            <a:ext cx="5659800" cy="4527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Limitations   </a:t>
            </a:r>
            <a:r>
              <a:rPr lang="en" sz="1200">
                <a:latin typeface="Quantico"/>
                <a:ea typeface="Quantico"/>
                <a:cs typeface="Quantico"/>
                <a:sym typeface="Quantico"/>
              </a:rPr>
              <a:t>(05)</a:t>
            </a:r>
            <a:r>
              <a:rPr lang="en"/>
              <a:t> </a:t>
            </a:r>
            <a:endParaRPr/>
          </a:p>
        </p:txBody>
      </p:sp>
      <p:sp>
        <p:nvSpPr>
          <p:cNvPr descr="Spaces to add section titles" id="449" name="Google Shape;449;p48"/>
          <p:cNvSpPr txBox="1"/>
          <p:nvPr>
            <p:ph idx="7" type="subTitle"/>
          </p:nvPr>
        </p:nvSpPr>
        <p:spPr>
          <a:xfrm>
            <a:off x="3469838" y="4530963"/>
            <a:ext cx="5659800" cy="4527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Reflection  </a:t>
            </a:r>
            <a:r>
              <a:rPr lang="en" sz="1200">
                <a:latin typeface="Quantico"/>
                <a:ea typeface="Quantico"/>
                <a:cs typeface="Quantico"/>
                <a:sym typeface="Quantico"/>
              </a:rPr>
              <a:t>(06)</a:t>
            </a:r>
            <a:endParaRPr sz="1200">
              <a:latin typeface="Quantico"/>
              <a:ea typeface="Quantico"/>
              <a:cs typeface="Quantico"/>
              <a:sym typeface="Quantic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49"/>
          <p:cNvSpPr/>
          <p:nvPr/>
        </p:nvSpPr>
        <p:spPr>
          <a:xfrm flipH="1" rot="5400000">
            <a:off x="4338150" y="593025"/>
            <a:ext cx="1872600" cy="2105700"/>
          </a:xfrm>
          <a:prstGeom prst="snip1Rect">
            <a:avLst>
              <a:gd fmla="val 15459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455" name="Google Shape;455;p49"/>
          <p:cNvSpPr/>
          <p:nvPr/>
        </p:nvSpPr>
        <p:spPr>
          <a:xfrm flipH="1" rot="5400000">
            <a:off x="6445650" y="2466025"/>
            <a:ext cx="1869000" cy="2105700"/>
          </a:xfrm>
          <a:prstGeom prst="snip1Rect">
            <a:avLst>
              <a:gd fmla="val 15459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456" name="Google Shape;456;p49"/>
          <p:cNvSpPr txBox="1"/>
          <p:nvPr>
            <p:ph type="title"/>
          </p:nvPr>
        </p:nvSpPr>
        <p:spPr>
          <a:xfrm>
            <a:off x="941650" y="795275"/>
            <a:ext cx="2861400" cy="816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Introduction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  <p:sp>
        <p:nvSpPr>
          <p:cNvPr id="457" name="Google Shape;457;p49"/>
          <p:cNvSpPr txBox="1"/>
          <p:nvPr>
            <p:ph idx="13" type="title"/>
          </p:nvPr>
        </p:nvSpPr>
        <p:spPr>
          <a:xfrm>
            <a:off x="966700" y="1417525"/>
            <a:ext cx="2072700" cy="2899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en" sz="1800" u="sng"/>
              <a:t>Research Question</a:t>
            </a:r>
            <a:r>
              <a:rPr lang="en" sz="1800"/>
              <a:t> My formal research question is: </a:t>
            </a:r>
            <a:br>
              <a:rPr lang="en" sz="1800"/>
            </a:br>
            <a:r>
              <a:rPr b="1" i="1" lang="en" sz="1800"/>
              <a:t>Which customer segments have the highest churn risk?</a:t>
            </a:r>
            <a:r>
              <a:rPr lang="en" sz="1800"/>
              <a:t> This was broken down into 3 sub-questions.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t/>
            </a:r>
            <a:endParaRPr/>
          </a:p>
        </p:txBody>
      </p:sp>
      <p:sp>
        <p:nvSpPr>
          <p:cNvPr id="458" name="Google Shape;458;p49"/>
          <p:cNvSpPr txBox="1"/>
          <p:nvPr>
            <p:ph idx="6" type="title"/>
          </p:nvPr>
        </p:nvSpPr>
        <p:spPr>
          <a:xfrm>
            <a:off x="4423700" y="1379550"/>
            <a:ext cx="1703700" cy="772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en" sz="1300"/>
              <a:t>Which subscription plans are most associated with customer churn?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t/>
            </a:r>
            <a:endParaRPr/>
          </a:p>
        </p:txBody>
      </p:sp>
      <p:sp>
        <p:nvSpPr>
          <p:cNvPr id="459" name="Google Shape;459;p49"/>
          <p:cNvSpPr txBox="1"/>
          <p:nvPr>
            <p:ph idx="2" type="title"/>
          </p:nvPr>
        </p:nvSpPr>
        <p:spPr>
          <a:xfrm>
            <a:off x="4399597" y="835425"/>
            <a:ext cx="1703700" cy="482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1.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  <p:sp>
        <p:nvSpPr>
          <p:cNvPr id="460" name="Google Shape;460;p49"/>
          <p:cNvSpPr txBox="1"/>
          <p:nvPr>
            <p:ph idx="3" type="title"/>
          </p:nvPr>
        </p:nvSpPr>
        <p:spPr>
          <a:xfrm>
            <a:off x="6496050" y="835425"/>
            <a:ext cx="1856700" cy="482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2.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  <p:sp>
        <p:nvSpPr>
          <p:cNvPr id="461" name="Google Shape;461;p49"/>
          <p:cNvSpPr txBox="1"/>
          <p:nvPr>
            <p:ph idx="8" type="title"/>
          </p:nvPr>
        </p:nvSpPr>
        <p:spPr>
          <a:xfrm>
            <a:off x="4423700" y="3341700"/>
            <a:ext cx="1703700" cy="772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en" sz="1300"/>
              <a:t>Can we build a predictive model for churn?</a:t>
            </a:r>
            <a:endParaRPr sz="1300"/>
          </a:p>
        </p:txBody>
      </p:sp>
      <p:sp>
        <p:nvSpPr>
          <p:cNvPr id="462" name="Google Shape;462;p49"/>
          <p:cNvSpPr txBox="1"/>
          <p:nvPr>
            <p:ph idx="4" type="title"/>
          </p:nvPr>
        </p:nvSpPr>
        <p:spPr>
          <a:xfrm>
            <a:off x="4385600" y="2797575"/>
            <a:ext cx="1776300" cy="451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3.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  <p:sp>
        <p:nvSpPr>
          <p:cNvPr id="463" name="Google Shape;463;p49"/>
          <p:cNvSpPr txBox="1"/>
          <p:nvPr>
            <p:ph idx="7" type="title"/>
          </p:nvPr>
        </p:nvSpPr>
        <p:spPr>
          <a:xfrm>
            <a:off x="6562725" y="1379550"/>
            <a:ext cx="1703700" cy="772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en" sz="1300"/>
              <a:t>What customer behaviors serve as strong predictors of churn?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Slide theme title" id="468" name="Google Shape;468;p50"/>
          <p:cNvSpPr txBox="1"/>
          <p:nvPr>
            <p:ph idx="2" type="title"/>
          </p:nvPr>
        </p:nvSpPr>
        <p:spPr>
          <a:xfrm>
            <a:off x="516600" y="486575"/>
            <a:ext cx="3823500" cy="678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Data</a:t>
            </a:r>
            <a:endParaRPr/>
          </a:p>
        </p:txBody>
      </p:sp>
      <p:sp>
        <p:nvSpPr>
          <p:cNvPr descr="Employee's bio title" id="469" name="Google Shape;469;p50"/>
          <p:cNvSpPr txBox="1"/>
          <p:nvPr>
            <p:ph idx="3" type="title"/>
          </p:nvPr>
        </p:nvSpPr>
        <p:spPr>
          <a:xfrm>
            <a:off x="5794900" y="2042250"/>
            <a:ext cx="2388600" cy="529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2000"/>
              <a:t>Dataset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descr="Space to add a bio about this employee" id="470" name="Google Shape;470;p50"/>
          <p:cNvSpPr txBox="1"/>
          <p:nvPr>
            <p:ph idx="4" type="subTitle"/>
          </p:nvPr>
        </p:nvSpPr>
        <p:spPr>
          <a:xfrm>
            <a:off x="5794900" y="2476500"/>
            <a:ext cx="2650500" cy="2192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The data used was a fictional subscription service dataset called Telco. </a:t>
            </a:r>
            <a:endParaRPr sz="1500"/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It includes </a:t>
            </a:r>
            <a:r>
              <a:rPr lang="en" sz="1500"/>
              <a:t>multiple</a:t>
            </a:r>
            <a:r>
              <a:rPr lang="en" sz="1500"/>
              <a:t> subscription services, such as phone, internet, and device protection to name a few.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/>
          </a:p>
        </p:txBody>
      </p:sp>
      <p:pic>
        <p:nvPicPr>
          <p:cNvPr id="471" name="Google Shape;471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2038" y="1994150"/>
            <a:ext cx="3945775" cy="286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51"/>
          <p:cNvSpPr txBox="1"/>
          <p:nvPr>
            <p:ph type="title"/>
          </p:nvPr>
        </p:nvSpPr>
        <p:spPr>
          <a:xfrm>
            <a:off x="920550" y="904500"/>
            <a:ext cx="7226700" cy="908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Methods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  <p:sp>
        <p:nvSpPr>
          <p:cNvPr id="477" name="Google Shape;477;p51"/>
          <p:cNvSpPr txBox="1"/>
          <p:nvPr>
            <p:ph idx="2" type="title"/>
          </p:nvPr>
        </p:nvSpPr>
        <p:spPr>
          <a:xfrm>
            <a:off x="920550" y="1881950"/>
            <a:ext cx="2163300" cy="2787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To evaluate the data, packages in R such as readr, tidyverse, and dplyr were used. The methods </a:t>
            </a:r>
            <a:r>
              <a:rPr lang="en"/>
              <a:t>used</a:t>
            </a:r>
            <a:r>
              <a:rPr lang="en"/>
              <a:t> to evaluate the data were: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Linear regression</a:t>
            </a:r>
            <a:endParaRPr/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Correlation</a:t>
            </a:r>
            <a:endParaRPr/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Logistic regression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  <p:pic>
        <p:nvPicPr>
          <p:cNvPr id="478" name="Google Shape;478;p51" title="Table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11600" y="1651400"/>
            <a:ext cx="5348250" cy="25138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52"/>
          <p:cNvSpPr txBox="1"/>
          <p:nvPr>
            <p:ph type="title"/>
          </p:nvPr>
        </p:nvSpPr>
        <p:spPr>
          <a:xfrm>
            <a:off x="446100" y="396225"/>
            <a:ext cx="5101800" cy="853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Results: Churn Rates by Service</a:t>
            </a:r>
            <a:endParaRPr/>
          </a:p>
        </p:txBody>
      </p:sp>
      <p:sp>
        <p:nvSpPr>
          <p:cNvPr id="484" name="Google Shape;484;p52"/>
          <p:cNvSpPr txBox="1"/>
          <p:nvPr>
            <p:ph idx="2" type="body"/>
          </p:nvPr>
        </p:nvSpPr>
        <p:spPr>
          <a:xfrm>
            <a:off x="474675" y="1390150"/>
            <a:ext cx="2571300" cy="342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Char char="●"/>
            </a:pPr>
            <a:r>
              <a:rPr lang="en" sz="2000">
                <a:solidFill>
                  <a:schemeClr val="accent4"/>
                </a:solidFill>
              </a:rPr>
              <a:t>We can see here that churn is much higher for customers with fiber optic internet, suggesting a potential problem with that service.</a:t>
            </a:r>
            <a:endParaRPr sz="2000">
              <a:solidFill>
                <a:schemeClr val="accent4"/>
              </a:solidFill>
            </a:endParaRPr>
          </a:p>
        </p:txBody>
      </p:sp>
      <p:pic>
        <p:nvPicPr>
          <p:cNvPr id="485" name="Google Shape;485;p52" title="IS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42350" y="1524000"/>
            <a:ext cx="5501650" cy="3619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53"/>
          <p:cNvSpPr txBox="1"/>
          <p:nvPr>
            <p:ph type="title"/>
          </p:nvPr>
        </p:nvSpPr>
        <p:spPr>
          <a:xfrm>
            <a:off x="446100" y="396225"/>
            <a:ext cx="5101800" cy="67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Results: </a:t>
            </a:r>
            <a:r>
              <a:rPr lang="en"/>
              <a:t>Feature</a:t>
            </a:r>
            <a:r>
              <a:rPr lang="en"/>
              <a:t> Importance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  <p:sp>
        <p:nvSpPr>
          <p:cNvPr id="491" name="Google Shape;491;p53"/>
          <p:cNvSpPr txBox="1"/>
          <p:nvPr>
            <p:ph idx="2" type="body"/>
          </p:nvPr>
        </p:nvSpPr>
        <p:spPr>
          <a:xfrm>
            <a:off x="474675" y="1390150"/>
            <a:ext cx="2571300" cy="346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Positive bars show features that increase churn risk, while negative bars reduce it.</a:t>
            </a:r>
            <a:endParaRPr sz="1400"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Results suggest customers want security and protection</a:t>
            </a:r>
            <a:endParaRPr sz="1400"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Might  be frustrated with internet quality or pricing.</a:t>
            </a:r>
            <a:endParaRPr sz="1400"/>
          </a:p>
        </p:txBody>
      </p:sp>
      <p:pic>
        <p:nvPicPr>
          <p:cNvPr id="492" name="Google Shape;492;p53" title="Logit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75825" y="1595350"/>
            <a:ext cx="5468174" cy="3548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54"/>
          <p:cNvSpPr txBox="1"/>
          <p:nvPr>
            <p:ph type="title"/>
          </p:nvPr>
        </p:nvSpPr>
        <p:spPr>
          <a:xfrm>
            <a:off x="446100" y="396225"/>
            <a:ext cx="5101800" cy="853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Results: Model Performance</a:t>
            </a:r>
            <a:endParaRPr/>
          </a:p>
        </p:txBody>
      </p:sp>
      <p:sp>
        <p:nvSpPr>
          <p:cNvPr id="498" name="Google Shape;498;p54"/>
          <p:cNvSpPr txBox="1"/>
          <p:nvPr>
            <p:ph idx="2" type="body"/>
          </p:nvPr>
        </p:nvSpPr>
        <p:spPr>
          <a:xfrm>
            <a:off x="474675" y="1613375"/>
            <a:ext cx="2571300" cy="258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Char char="●"/>
            </a:pPr>
            <a:r>
              <a:rPr lang="en" sz="2100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Model correctly predicted customer churn about </a:t>
            </a:r>
            <a:r>
              <a:rPr b="1" lang="en" sz="2100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79%</a:t>
            </a:r>
            <a:r>
              <a:rPr lang="en" sz="2100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 of the time.</a:t>
            </a:r>
            <a:endParaRPr sz="2000">
              <a:solidFill>
                <a:schemeClr val="accent4"/>
              </a:solidFill>
            </a:endParaRPr>
          </a:p>
        </p:txBody>
      </p:sp>
      <p:pic>
        <p:nvPicPr>
          <p:cNvPr id="499" name="Google Shape;499;p54" title="Result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27150" y="2286225"/>
            <a:ext cx="4019550" cy="80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55"/>
          <p:cNvSpPr txBox="1"/>
          <p:nvPr>
            <p:ph type="title"/>
          </p:nvPr>
        </p:nvSpPr>
        <p:spPr>
          <a:xfrm>
            <a:off x="556500" y="531900"/>
            <a:ext cx="2714700" cy="1039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Limitations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  <p:sp>
        <p:nvSpPr>
          <p:cNvPr id="505" name="Google Shape;505;p55"/>
          <p:cNvSpPr txBox="1"/>
          <p:nvPr>
            <p:ph idx="6" type="subTitle"/>
          </p:nvPr>
        </p:nvSpPr>
        <p:spPr>
          <a:xfrm>
            <a:off x="556500" y="1302475"/>
            <a:ext cx="1617000" cy="3124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 sz="1600"/>
              <a:t>The project had some limitations. Some of these included: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Fictional dataset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Short time span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One coding language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/>
          </a:p>
        </p:txBody>
      </p:sp>
      <p:sp>
        <p:nvSpPr>
          <p:cNvPr descr="User biography" id="506" name="Google Shape;506;p55"/>
          <p:cNvSpPr txBox="1"/>
          <p:nvPr>
            <p:ph idx="1" type="subTitle"/>
          </p:nvPr>
        </p:nvSpPr>
        <p:spPr>
          <a:xfrm>
            <a:off x="3718425" y="402000"/>
            <a:ext cx="1459500" cy="12519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2000"/>
              <a:t>Data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descr="User biography" id="507" name="Google Shape;507;p55"/>
          <p:cNvSpPr txBox="1"/>
          <p:nvPr>
            <p:ph idx="2" type="subTitle"/>
          </p:nvPr>
        </p:nvSpPr>
        <p:spPr>
          <a:xfrm>
            <a:off x="4665675" y="638225"/>
            <a:ext cx="3270600" cy="454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 sz="2000"/>
              <a:t>The Telco dataset is fictional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/>
          </a:p>
        </p:txBody>
      </p:sp>
      <p:sp>
        <p:nvSpPr>
          <p:cNvPr descr="User personal data" id="508" name="Google Shape;508;p55"/>
          <p:cNvSpPr txBox="1"/>
          <p:nvPr>
            <p:ph idx="3" type="subTitle"/>
          </p:nvPr>
        </p:nvSpPr>
        <p:spPr>
          <a:xfrm>
            <a:off x="3718425" y="1696338"/>
            <a:ext cx="1459500" cy="12519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2000"/>
              <a:t>Time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descr="User skills and personality" id="509" name="Google Shape;509;p55"/>
          <p:cNvSpPr txBox="1"/>
          <p:nvPr>
            <p:ph idx="7" type="subTitle"/>
          </p:nvPr>
        </p:nvSpPr>
        <p:spPr>
          <a:xfrm>
            <a:off x="3718450" y="3470325"/>
            <a:ext cx="3678300" cy="454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2000"/>
              <a:t>Tools</a:t>
            </a:r>
            <a:endParaRPr sz="2000"/>
          </a:p>
        </p:txBody>
      </p:sp>
      <p:sp>
        <p:nvSpPr>
          <p:cNvPr descr="User biography" id="510" name="Google Shape;510;p55"/>
          <p:cNvSpPr txBox="1"/>
          <p:nvPr>
            <p:ph idx="2" type="subTitle"/>
          </p:nvPr>
        </p:nvSpPr>
        <p:spPr>
          <a:xfrm>
            <a:off x="4908075" y="2245100"/>
            <a:ext cx="2714700" cy="396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 sz="2000"/>
              <a:t>4-month time limit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/>
          </a:p>
        </p:txBody>
      </p:sp>
      <p:sp>
        <p:nvSpPr>
          <p:cNvPr descr="User biography" id="511" name="Google Shape;511;p55"/>
          <p:cNvSpPr txBox="1"/>
          <p:nvPr>
            <p:ph idx="2" type="subTitle"/>
          </p:nvPr>
        </p:nvSpPr>
        <p:spPr>
          <a:xfrm>
            <a:off x="4908075" y="3840625"/>
            <a:ext cx="2858700" cy="745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 sz="2000"/>
              <a:t>Only</a:t>
            </a:r>
            <a:r>
              <a:rPr lang="en" sz="2000"/>
              <a:t> R coding language was used for analysis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56"/>
          <p:cNvSpPr txBox="1"/>
          <p:nvPr>
            <p:ph type="title"/>
          </p:nvPr>
        </p:nvSpPr>
        <p:spPr>
          <a:xfrm>
            <a:off x="443725" y="920775"/>
            <a:ext cx="3730500" cy="10959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Reflection</a:t>
            </a:r>
            <a:endParaRPr/>
          </a:p>
        </p:txBody>
      </p:sp>
      <p:sp>
        <p:nvSpPr>
          <p:cNvPr id="517" name="Google Shape;517;p56"/>
          <p:cNvSpPr txBox="1"/>
          <p:nvPr>
            <p:ph idx="2" type="title"/>
          </p:nvPr>
        </p:nvSpPr>
        <p:spPr>
          <a:xfrm>
            <a:off x="507250" y="2657169"/>
            <a:ext cx="2344800" cy="446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</a:pPr>
            <a:r>
              <a:rPr lang="en"/>
              <a:t>Smaller Dataset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900"/>
              <a:buNone/>
            </a:pPr>
            <a:r>
              <a:t/>
            </a:r>
            <a:endParaRPr/>
          </a:p>
        </p:txBody>
      </p:sp>
      <p:sp>
        <p:nvSpPr>
          <p:cNvPr id="518" name="Google Shape;518;p56"/>
          <p:cNvSpPr txBox="1"/>
          <p:nvPr>
            <p:ph idx="3" type="title"/>
          </p:nvPr>
        </p:nvSpPr>
        <p:spPr>
          <a:xfrm>
            <a:off x="454725" y="1387875"/>
            <a:ext cx="3109200" cy="708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</a:pPr>
            <a:r>
              <a:rPr lang="en"/>
              <a:t>There many things I would redo if I had the time.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400"/>
              <a:buNone/>
            </a:pPr>
            <a:r>
              <a:t/>
            </a:r>
            <a:endParaRPr/>
          </a:p>
        </p:txBody>
      </p:sp>
      <p:sp>
        <p:nvSpPr>
          <p:cNvPr id="519" name="Google Shape;519;p56"/>
          <p:cNvSpPr txBox="1"/>
          <p:nvPr>
            <p:ph idx="4" type="title"/>
          </p:nvPr>
        </p:nvSpPr>
        <p:spPr>
          <a:xfrm>
            <a:off x="507250" y="3648711"/>
            <a:ext cx="2137800" cy="10959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1200"/>
              <a:t>Machine Learning Models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 sz="1200"/>
          </a:p>
        </p:txBody>
      </p:sp>
      <p:sp>
        <p:nvSpPr>
          <p:cNvPr id="520" name="Google Shape;520;p56"/>
          <p:cNvSpPr txBox="1"/>
          <p:nvPr>
            <p:ph idx="5" type="title"/>
          </p:nvPr>
        </p:nvSpPr>
        <p:spPr>
          <a:xfrm>
            <a:off x="507250" y="3960850"/>
            <a:ext cx="2242500" cy="708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I would also try and learn more machine learning models such as K-Nearest Neighbors to implement.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/>
          </a:p>
        </p:txBody>
      </p:sp>
      <p:sp>
        <p:nvSpPr>
          <p:cNvPr id="521" name="Google Shape;521;p56"/>
          <p:cNvSpPr txBox="1"/>
          <p:nvPr>
            <p:ph idx="6" type="title"/>
          </p:nvPr>
        </p:nvSpPr>
        <p:spPr>
          <a:xfrm>
            <a:off x="507250" y="2950200"/>
            <a:ext cx="2242500" cy="643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I would pick a smaller dataset instead of one with 7,000 observations.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/>
          </a:p>
        </p:txBody>
      </p:sp>
      <p:pic>
        <p:nvPicPr>
          <p:cNvPr id="522" name="Google Shape;522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07446" y="2657175"/>
            <a:ext cx="4583352" cy="23339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57"/>
          <p:cNvSpPr/>
          <p:nvPr/>
        </p:nvSpPr>
        <p:spPr>
          <a:xfrm flipH="1" rot="10800000">
            <a:off x="2231325" y="796800"/>
            <a:ext cx="4868700" cy="3121500"/>
          </a:xfrm>
          <a:prstGeom prst="snip1Rect">
            <a:avLst>
              <a:gd fmla="val 17837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 </a:t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528" name="Google Shape;528;p57"/>
          <p:cNvSpPr txBox="1"/>
          <p:nvPr>
            <p:ph idx="4" type="title"/>
          </p:nvPr>
        </p:nvSpPr>
        <p:spPr>
          <a:xfrm>
            <a:off x="2917425" y="1578275"/>
            <a:ext cx="3748500" cy="1091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/>
              <a:t>Thank you!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lides Pitch 2024">
  <a:themeElements>
    <a:clrScheme name="Google Colours">
      <a:dk1>
        <a:srgbClr val="000000"/>
      </a:dk1>
      <a:lt1>
        <a:srgbClr val="182A43"/>
      </a:lt1>
      <a:dk2>
        <a:srgbClr val="253851"/>
      </a:dk2>
      <a:lt2>
        <a:srgbClr val="364D6C"/>
      </a:lt2>
      <a:accent1>
        <a:srgbClr val="4F6887"/>
      </a:accent1>
      <a:accent2>
        <a:srgbClr val="6C87A6"/>
      </a:accent2>
      <a:accent3>
        <a:srgbClr val="86A3C3"/>
      </a:accent3>
      <a:accent4>
        <a:srgbClr val="97C5EF"/>
      </a:accent4>
      <a:accent5>
        <a:srgbClr val="A7D4FF"/>
      </a:accent5>
      <a:accent6>
        <a:srgbClr val="BEDEFF"/>
      </a:accent6>
      <a:hlink>
        <a:srgbClr val="FFFFFF"/>
      </a:hlink>
      <a:folHlink>
        <a:srgbClr val="7B1FA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